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1" r:id="rId1"/>
  </p:sldMasterIdLst>
  <p:notesMasterIdLst>
    <p:notesMasterId r:id="rId15"/>
  </p:notesMasterIdLst>
  <p:sldIdLst>
    <p:sldId id="256" r:id="rId2"/>
    <p:sldId id="376" r:id="rId3"/>
    <p:sldId id="390" r:id="rId4"/>
    <p:sldId id="391" r:id="rId5"/>
    <p:sldId id="400" r:id="rId6"/>
    <p:sldId id="405" r:id="rId7"/>
    <p:sldId id="401" r:id="rId8"/>
    <p:sldId id="402" r:id="rId9"/>
    <p:sldId id="406" r:id="rId10"/>
    <p:sldId id="403" r:id="rId11"/>
    <p:sldId id="404" r:id="rId12"/>
    <p:sldId id="407" r:id="rId13"/>
    <p:sldId id="338"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111"/>
    <a:srgbClr val="FF5000"/>
    <a:srgbClr val="53565A"/>
    <a:srgbClr val="5A5A5A"/>
    <a:srgbClr val="E95D0F"/>
    <a:srgbClr val="00A0E1"/>
    <a:srgbClr val="FFF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autoAdjust="0"/>
    <p:restoredTop sz="94857" autoAdjust="0"/>
  </p:normalViewPr>
  <p:slideViewPr>
    <p:cSldViewPr snapToGrid="0" snapToObjects="1">
      <p:cViewPr varScale="1">
        <p:scale>
          <a:sx n="115" d="100"/>
          <a:sy n="115" d="100"/>
        </p:scale>
        <p:origin x="1344" y="86"/>
      </p:cViewPr>
      <p:guideLst>
        <p:guide orient="horz" pos="2160"/>
        <p:guide pos="38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A0C426-ABB5-484D-B716-1CF93F0C2624}" type="datetimeFigureOut">
              <a:rPr lang="en-FI" smtClean="0"/>
              <a:t>01/20/2026</a:t>
            </a:fld>
            <a:endParaRPr lang="en-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E027FC-488F-154D-812F-E7571538DDB5}" type="slidenum">
              <a:rPr lang="en-FI" smtClean="0"/>
              <a:t>‹#›</a:t>
            </a:fld>
            <a:endParaRPr lang="en-FI"/>
          </a:p>
        </p:txBody>
      </p:sp>
    </p:spTree>
    <p:extLst>
      <p:ext uri="{BB962C8B-B14F-4D97-AF65-F5344CB8AC3E}">
        <p14:creationId xmlns:p14="http://schemas.microsoft.com/office/powerpoint/2010/main" val="2349664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
        <p:nvSpPr>
          <p:cNvPr id="4" name="Slide Number Placeholder 3"/>
          <p:cNvSpPr>
            <a:spLocks noGrp="1"/>
          </p:cNvSpPr>
          <p:nvPr>
            <p:ph type="sldNum" sz="quarter" idx="5"/>
          </p:nvPr>
        </p:nvSpPr>
        <p:spPr/>
        <p:txBody>
          <a:bodyPr/>
          <a:lstStyle/>
          <a:p>
            <a:fld id="{CBE027FC-488F-154D-812F-E7571538DDB5}" type="slidenum">
              <a:rPr lang="en-FI" smtClean="0"/>
              <a:t>1</a:t>
            </a:fld>
            <a:endParaRPr lang="en-FI"/>
          </a:p>
        </p:txBody>
      </p:sp>
    </p:spTree>
    <p:extLst>
      <p:ext uri="{BB962C8B-B14F-4D97-AF65-F5344CB8AC3E}">
        <p14:creationId xmlns:p14="http://schemas.microsoft.com/office/powerpoint/2010/main" val="687258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2EAB-71B0-6856-2F2E-85DBFE325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0E4F5-7DB1-BFC1-5DB6-3666E5E91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582BD-D8F7-769B-CA15-420056CD44D9}"/>
              </a:ext>
            </a:extLst>
          </p:cNvPr>
          <p:cNvSpPr>
            <a:spLocks noGrp="1"/>
          </p:cNvSpPr>
          <p:nvPr>
            <p:ph type="body" idx="1"/>
          </p:nvPr>
        </p:nvSpPr>
        <p:spPr/>
        <p:txBody>
          <a:bodyPr/>
          <a:lstStyle/>
          <a:p>
            <a:endParaRPr lang="en-FI" dirty="0"/>
          </a:p>
        </p:txBody>
      </p:sp>
      <p:sp>
        <p:nvSpPr>
          <p:cNvPr id="4" name="Slide Number Placeholder 3">
            <a:extLst>
              <a:ext uri="{FF2B5EF4-FFF2-40B4-BE49-F238E27FC236}">
                <a16:creationId xmlns:a16="http://schemas.microsoft.com/office/drawing/2014/main" id="{5BC76466-17A0-B5AD-3D87-5ACF8D5A8F71}"/>
              </a:ext>
            </a:extLst>
          </p:cNvPr>
          <p:cNvSpPr>
            <a:spLocks noGrp="1"/>
          </p:cNvSpPr>
          <p:nvPr>
            <p:ph type="sldNum" sz="quarter" idx="5"/>
          </p:nvPr>
        </p:nvSpPr>
        <p:spPr/>
        <p:txBody>
          <a:bodyPr/>
          <a:lstStyle/>
          <a:p>
            <a:fld id="{CBE027FC-488F-154D-812F-E7571538DDB5}" type="slidenum">
              <a:rPr lang="en-FI" smtClean="0"/>
              <a:t>2</a:t>
            </a:fld>
            <a:endParaRPr lang="en-FI"/>
          </a:p>
        </p:txBody>
      </p:sp>
    </p:spTree>
    <p:extLst>
      <p:ext uri="{BB962C8B-B14F-4D97-AF65-F5344CB8AC3E}">
        <p14:creationId xmlns:p14="http://schemas.microsoft.com/office/powerpoint/2010/main" val="1877118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en-FI" dirty="0"/>
          </a:p>
        </p:txBody>
      </p:sp>
      <p:sp>
        <p:nvSpPr>
          <p:cNvPr id="4" name="Dian numeron paikkamerkki 3"/>
          <p:cNvSpPr>
            <a:spLocks noGrp="1"/>
          </p:cNvSpPr>
          <p:nvPr>
            <p:ph type="sldNum" sz="quarter" idx="5"/>
          </p:nvPr>
        </p:nvSpPr>
        <p:spPr/>
        <p:txBody>
          <a:bodyPr/>
          <a:lstStyle/>
          <a:p>
            <a:fld id="{CBE027FC-488F-154D-812F-E7571538DDB5}" type="slidenum">
              <a:rPr lang="en-FI" smtClean="0"/>
              <a:t>3</a:t>
            </a:fld>
            <a:endParaRPr lang="en-FI"/>
          </a:p>
        </p:txBody>
      </p:sp>
    </p:spTree>
    <p:extLst>
      <p:ext uri="{BB962C8B-B14F-4D97-AF65-F5344CB8AC3E}">
        <p14:creationId xmlns:p14="http://schemas.microsoft.com/office/powerpoint/2010/main" val="1318816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7FFBB-7BF6-7F51-5997-56D7F7E8A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E9098-1A13-170D-B2AC-53CEA9324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0E1B1-D724-437E-008D-A769339B45B4}"/>
              </a:ext>
            </a:extLst>
          </p:cNvPr>
          <p:cNvSpPr>
            <a:spLocks noGrp="1"/>
          </p:cNvSpPr>
          <p:nvPr>
            <p:ph type="body" idx="1"/>
          </p:nvPr>
        </p:nvSpPr>
        <p:spPr/>
        <p:txBody>
          <a:bodyPr/>
          <a:lstStyle/>
          <a:p>
            <a:endParaRPr lang="en-FI"/>
          </a:p>
        </p:txBody>
      </p:sp>
      <p:sp>
        <p:nvSpPr>
          <p:cNvPr id="4" name="Slide Number Placeholder 3">
            <a:extLst>
              <a:ext uri="{FF2B5EF4-FFF2-40B4-BE49-F238E27FC236}">
                <a16:creationId xmlns:a16="http://schemas.microsoft.com/office/drawing/2014/main" id="{950A2BF4-D807-6527-C52D-8170F8EE6878}"/>
              </a:ext>
            </a:extLst>
          </p:cNvPr>
          <p:cNvSpPr>
            <a:spLocks noGrp="1"/>
          </p:cNvSpPr>
          <p:nvPr>
            <p:ph type="sldNum" sz="quarter" idx="5"/>
          </p:nvPr>
        </p:nvSpPr>
        <p:spPr/>
        <p:txBody>
          <a:bodyPr/>
          <a:lstStyle/>
          <a:p>
            <a:fld id="{CBE027FC-488F-154D-812F-E7571538DDB5}" type="slidenum">
              <a:rPr lang="en-FI" smtClean="0"/>
              <a:t>13</a:t>
            </a:fld>
            <a:endParaRPr lang="en-FI"/>
          </a:p>
        </p:txBody>
      </p:sp>
    </p:spTree>
    <p:extLst>
      <p:ext uri="{BB962C8B-B14F-4D97-AF65-F5344CB8AC3E}">
        <p14:creationId xmlns:p14="http://schemas.microsoft.com/office/powerpoint/2010/main" val="2971342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_1">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pic>
        <p:nvPicPr>
          <p:cNvPr id="5" name="Picture 4">
            <a:extLst>
              <a:ext uri="{FF2B5EF4-FFF2-40B4-BE49-F238E27FC236}">
                <a16:creationId xmlns:a16="http://schemas.microsoft.com/office/drawing/2014/main" id="{94A12EC4-E081-5747-BC9C-6ED420CBB390}"/>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279" y="0"/>
            <a:ext cx="12198748" cy="3165031"/>
          </a:xfrm>
          <a:prstGeom prst="rect">
            <a:avLst/>
          </a:prstGeom>
        </p:spPr>
      </p:pic>
      <p:pic>
        <p:nvPicPr>
          <p:cNvPr id="7" name="Picture 6">
            <a:extLst>
              <a:ext uri="{FF2B5EF4-FFF2-40B4-BE49-F238E27FC236}">
                <a16:creationId xmlns:a16="http://schemas.microsoft.com/office/drawing/2014/main" id="{6612D5D5-8D69-4EE8-998A-AFCB860D5C7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79" y="0"/>
            <a:ext cx="12198748" cy="3165031"/>
          </a:xfrm>
          <a:prstGeom prst="rect">
            <a:avLst/>
          </a:prstGeom>
        </p:spPr>
      </p:pic>
      <p:pic>
        <p:nvPicPr>
          <p:cNvPr id="4" name="Picture 3">
            <a:extLst>
              <a:ext uri="{FF2B5EF4-FFF2-40B4-BE49-F238E27FC236}">
                <a16:creationId xmlns:a16="http://schemas.microsoft.com/office/drawing/2014/main" id="{D3CC5D4E-371B-D868-6ACE-FCD7CA4B68EA}"/>
              </a:ext>
            </a:extLst>
          </p:cNvPr>
          <p:cNvPicPr>
            <a:picLocks noChangeAspect="1"/>
          </p:cNvPicPr>
          <p:nvPr userDrawn="1"/>
        </p:nvPicPr>
        <p:blipFill>
          <a:blip r:embed="rId3"/>
          <a:srcRect/>
          <a:stretch/>
        </p:blipFill>
        <p:spPr>
          <a:xfrm>
            <a:off x="9868906" y="6063194"/>
            <a:ext cx="1965964" cy="502229"/>
          </a:xfrm>
          <a:prstGeom prst="rect">
            <a:avLst/>
          </a:prstGeom>
        </p:spPr>
      </p:pic>
    </p:spTree>
    <p:extLst>
      <p:ext uri="{BB962C8B-B14F-4D97-AF65-F5344CB8AC3E}">
        <p14:creationId xmlns:p14="http://schemas.microsoft.com/office/powerpoint/2010/main" val="2466598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_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88825" cy="3163592"/>
          </a:xfrm>
          <a:prstGeom prst="rect">
            <a:avLst/>
          </a:prstGeom>
        </p:spPr>
      </p:pic>
      <p:pic>
        <p:nvPicPr>
          <p:cNvPr id="5" name="Picture 4">
            <a:extLst>
              <a:ext uri="{FF2B5EF4-FFF2-40B4-BE49-F238E27FC236}">
                <a16:creationId xmlns:a16="http://schemas.microsoft.com/office/drawing/2014/main" id="{01836A4C-B8F3-4A06-B45C-3490E7A0C6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88825" cy="3163592"/>
          </a:xfrm>
          <a:prstGeom prst="rect">
            <a:avLst/>
          </a:prstGeom>
        </p:spPr>
      </p:pic>
      <p:pic>
        <p:nvPicPr>
          <p:cNvPr id="7" name="Picture 6">
            <a:extLst>
              <a:ext uri="{FF2B5EF4-FFF2-40B4-BE49-F238E27FC236}">
                <a16:creationId xmlns:a16="http://schemas.microsoft.com/office/drawing/2014/main" id="{E1AA9CAF-808D-B45D-DB7F-37FF800F5E98}"/>
              </a:ext>
            </a:extLst>
          </p:cNvPr>
          <p:cNvPicPr>
            <a:picLocks noChangeAspect="1"/>
          </p:cNvPicPr>
          <p:nvPr userDrawn="1"/>
        </p:nvPicPr>
        <p:blipFill>
          <a:blip r:embed="rId3"/>
          <a:srcRect/>
          <a:stretch/>
        </p:blipFill>
        <p:spPr>
          <a:xfrm>
            <a:off x="9868906" y="6063194"/>
            <a:ext cx="1965964" cy="502229"/>
          </a:xfrm>
          <a:prstGeom prst="rect">
            <a:avLst/>
          </a:prstGeom>
        </p:spPr>
      </p:pic>
    </p:spTree>
    <p:extLst>
      <p:ext uri="{BB962C8B-B14F-4D97-AF65-F5344CB8AC3E}">
        <p14:creationId xmlns:p14="http://schemas.microsoft.com/office/powerpoint/2010/main" val="2512379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_3">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pic>
        <p:nvPicPr>
          <p:cNvPr id="7" name="Picture 6">
            <a:extLs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88825" cy="3158187"/>
          </a:xfrm>
          <a:prstGeom prst="rect">
            <a:avLst/>
          </a:prstGeom>
        </p:spPr>
      </p:pic>
      <p:pic>
        <p:nvPicPr>
          <p:cNvPr id="5" name="Picture 4">
            <a:extLst>
              <a:ext uri="{FF2B5EF4-FFF2-40B4-BE49-F238E27FC236}">
                <a16:creationId xmlns:a16="http://schemas.microsoft.com/office/drawing/2014/main" id="{333F88AF-B055-4B9A-95B0-E2F7806A597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88825" cy="3158187"/>
          </a:xfrm>
          <a:prstGeom prst="rect">
            <a:avLst/>
          </a:prstGeom>
        </p:spPr>
      </p:pic>
      <p:pic>
        <p:nvPicPr>
          <p:cNvPr id="6" name="Picture 5">
            <a:extLst>
              <a:ext uri="{FF2B5EF4-FFF2-40B4-BE49-F238E27FC236}">
                <a16:creationId xmlns:a16="http://schemas.microsoft.com/office/drawing/2014/main" id="{A1DCA138-7B9C-0DFD-09BC-4BF5D70AAE40}"/>
              </a:ext>
            </a:extLst>
          </p:cNvPr>
          <p:cNvPicPr>
            <a:picLocks noChangeAspect="1"/>
          </p:cNvPicPr>
          <p:nvPr userDrawn="1"/>
        </p:nvPicPr>
        <p:blipFill>
          <a:blip r:embed="rId3"/>
          <a:srcRect/>
          <a:stretch/>
        </p:blipFill>
        <p:spPr>
          <a:xfrm>
            <a:off x="9868906" y="6063194"/>
            <a:ext cx="1965964" cy="502229"/>
          </a:xfrm>
          <a:prstGeom prst="rect">
            <a:avLst/>
          </a:prstGeom>
        </p:spPr>
      </p:pic>
    </p:spTree>
    <p:extLst>
      <p:ext uri="{BB962C8B-B14F-4D97-AF65-F5344CB8AC3E}">
        <p14:creationId xmlns:p14="http://schemas.microsoft.com/office/powerpoint/2010/main" val="2131074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_4">
    <p:spTree>
      <p:nvGrpSpPr>
        <p:cNvPr id="1" name=""/>
        <p:cNvGrpSpPr/>
        <p:nvPr/>
      </p:nvGrpSpPr>
      <p:grpSpPr>
        <a:xfrm>
          <a:off x="0" y="0"/>
          <a:ext cx="0" cy="0"/>
          <a:chOff x="0" y="0"/>
          <a:chExt cx="0" cy="0"/>
        </a:xfrm>
      </p:grpSpPr>
      <p:sp>
        <p:nvSpPr>
          <p:cNvPr id="13"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pic>
        <p:nvPicPr>
          <p:cNvPr id="5" name="Picture 4">
            <a:extLst>
              <a:ext uri="{FF2B5EF4-FFF2-40B4-BE49-F238E27FC236}">
                <a16:creationId xmlns:a16="http://schemas.microsoft.com/office/drawing/2014/main" id="{977DDF97-2893-1442-AC4B-CA4A313DFF4C}"/>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88825" cy="3158187"/>
          </a:xfrm>
          <a:prstGeom prst="rect">
            <a:avLst/>
          </a:prstGeom>
        </p:spPr>
      </p:pic>
      <p:pic>
        <p:nvPicPr>
          <p:cNvPr id="7" name="Picture 6">
            <a:extLst>
              <a:ext uri="{FF2B5EF4-FFF2-40B4-BE49-F238E27FC236}">
                <a16:creationId xmlns:a16="http://schemas.microsoft.com/office/drawing/2014/main" id="{81BFD717-35FA-47B1-ACD5-5093B88F809B}"/>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88825" cy="3158187"/>
          </a:xfrm>
          <a:prstGeom prst="rect">
            <a:avLst/>
          </a:prstGeom>
        </p:spPr>
      </p:pic>
      <p:pic>
        <p:nvPicPr>
          <p:cNvPr id="6" name="Picture 5">
            <a:extLst>
              <a:ext uri="{FF2B5EF4-FFF2-40B4-BE49-F238E27FC236}">
                <a16:creationId xmlns:a16="http://schemas.microsoft.com/office/drawing/2014/main" id="{CDD18EF6-494E-74ED-7BC9-6C7CA1BA1DAD}"/>
              </a:ext>
            </a:extLst>
          </p:cNvPr>
          <p:cNvPicPr>
            <a:picLocks noChangeAspect="1"/>
          </p:cNvPicPr>
          <p:nvPr userDrawn="1"/>
        </p:nvPicPr>
        <p:blipFill>
          <a:blip r:embed="rId3"/>
          <a:srcRect/>
          <a:stretch/>
        </p:blipFill>
        <p:spPr>
          <a:xfrm>
            <a:off x="9868906" y="6063194"/>
            <a:ext cx="1965964" cy="502229"/>
          </a:xfrm>
          <a:prstGeom prst="rect">
            <a:avLst/>
          </a:prstGeom>
        </p:spPr>
      </p:pic>
    </p:spTree>
    <p:extLst>
      <p:ext uri="{BB962C8B-B14F-4D97-AF65-F5344CB8AC3E}">
        <p14:creationId xmlns:p14="http://schemas.microsoft.com/office/powerpoint/2010/main" val="4163292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_5">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sp>
        <p:nvSpPr>
          <p:cNvPr id="3" name="Picture Placeholder 2"/>
          <p:cNvSpPr>
            <a:spLocks noGrp="1"/>
          </p:cNvSpPr>
          <p:nvPr>
            <p:ph type="pic" sz="quarter" idx="10"/>
          </p:nvPr>
        </p:nvSpPr>
        <p:spPr>
          <a:xfrm>
            <a:off x="0" y="0"/>
            <a:ext cx="12188825" cy="3163888"/>
          </a:xfrm>
        </p:spPr>
        <p:txBody>
          <a:bodyPr/>
          <a:lstStyle/>
          <a:p>
            <a:r>
              <a:rPr lang="en-US"/>
              <a:t>Click icon to add picture</a:t>
            </a:r>
          </a:p>
        </p:txBody>
      </p:sp>
      <p:pic>
        <p:nvPicPr>
          <p:cNvPr id="6" name="Picture 5">
            <a:extLst>
              <a:ext uri="{FF2B5EF4-FFF2-40B4-BE49-F238E27FC236}">
                <a16:creationId xmlns:a16="http://schemas.microsoft.com/office/drawing/2014/main" id="{E44468F9-53F1-07A1-B3D6-423D642926FB}"/>
              </a:ext>
            </a:extLst>
          </p:cNvPr>
          <p:cNvPicPr>
            <a:picLocks noChangeAspect="1"/>
          </p:cNvPicPr>
          <p:nvPr userDrawn="1"/>
        </p:nvPicPr>
        <p:blipFill>
          <a:blip r:embed="rId2"/>
          <a:srcRect/>
          <a:stretch/>
        </p:blipFill>
        <p:spPr>
          <a:xfrm>
            <a:off x="9868906" y="6063194"/>
            <a:ext cx="1965964" cy="502229"/>
          </a:xfrm>
          <a:prstGeom prst="rect">
            <a:avLst/>
          </a:prstGeom>
        </p:spPr>
      </p:pic>
    </p:spTree>
    <p:extLst>
      <p:ext uri="{BB962C8B-B14F-4D97-AF65-F5344CB8AC3E}">
        <p14:creationId xmlns:p14="http://schemas.microsoft.com/office/powerpoint/2010/main" val="3999792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_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F707F-5A56-7E4C-BB06-31D0E29E7BF6}"/>
              </a:ext>
            </a:extLst>
          </p:cNvPr>
          <p:cNvSpPr>
            <a:spLocks noGrp="1"/>
          </p:cNvSpPr>
          <p:nvPr>
            <p:ph type="title" hasCustomPrompt="1"/>
          </p:nvPr>
        </p:nvSpPr>
        <p:spPr>
          <a:xfrm>
            <a:off x="513643" y="1891456"/>
            <a:ext cx="5580769" cy="1306408"/>
          </a:xfrm>
        </p:spPr>
        <p:txBody>
          <a:bodyPr/>
          <a:lstStyle/>
          <a:p>
            <a:r>
              <a:rPr lang="en-US" dirty="0"/>
              <a:t>TITLE</a:t>
            </a:r>
            <a:endParaRPr lang="en-FI" dirty="0"/>
          </a:p>
        </p:txBody>
      </p:sp>
      <p:sp>
        <p:nvSpPr>
          <p:cNvPr id="12" name="Text Placeholder 4"/>
          <p:cNvSpPr>
            <a:spLocks noGrp="1"/>
          </p:cNvSpPr>
          <p:nvPr>
            <p:ph type="body" sz="quarter" idx="12" hasCustomPrompt="1"/>
          </p:nvPr>
        </p:nvSpPr>
        <p:spPr>
          <a:xfrm>
            <a:off x="513643" y="3153832"/>
            <a:ext cx="5582039"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sp>
        <p:nvSpPr>
          <p:cNvPr id="3" name="Picture Placeholder 2"/>
          <p:cNvSpPr>
            <a:spLocks noGrp="1"/>
          </p:cNvSpPr>
          <p:nvPr>
            <p:ph type="pic" sz="quarter" idx="13"/>
          </p:nvPr>
        </p:nvSpPr>
        <p:spPr>
          <a:xfrm>
            <a:off x="6699250" y="0"/>
            <a:ext cx="5489575" cy="6858000"/>
          </a:xfrm>
        </p:spPr>
        <p:txBody>
          <a:bodyPr/>
          <a:lstStyle/>
          <a:p>
            <a:r>
              <a:rPr lang="en-US"/>
              <a:t>Click icon to add picture</a:t>
            </a:r>
            <a:endParaRPr lang="en-US" dirty="0"/>
          </a:p>
        </p:txBody>
      </p:sp>
      <p:pic>
        <p:nvPicPr>
          <p:cNvPr id="4" name="Picture 3">
            <a:extLst>
              <a:ext uri="{FF2B5EF4-FFF2-40B4-BE49-F238E27FC236}">
                <a16:creationId xmlns:a16="http://schemas.microsoft.com/office/drawing/2014/main" id="{FD86CB06-4BA3-A6DD-631E-FE12AE472BE4}"/>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37166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_7">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11F5BD8-5755-4649-A5A9-D795BACA36EE}"/>
              </a:ext>
            </a:extLst>
          </p:cNvPr>
          <p:cNvSpPr>
            <a:spLocks noGrp="1"/>
          </p:cNvSpPr>
          <p:nvPr>
            <p:ph type="title" hasCustomPrompt="1"/>
          </p:nvPr>
        </p:nvSpPr>
        <p:spPr>
          <a:xfrm>
            <a:off x="513643" y="1891456"/>
            <a:ext cx="7632313" cy="1306408"/>
          </a:xfrm>
        </p:spPr>
        <p:txBody>
          <a:bodyPr/>
          <a:lstStyle/>
          <a:p>
            <a:r>
              <a:rPr lang="en-US" dirty="0"/>
              <a:t>TITLE</a:t>
            </a:r>
            <a:endParaRPr lang="en-FI" dirty="0"/>
          </a:p>
        </p:txBody>
      </p:sp>
      <p:sp>
        <p:nvSpPr>
          <p:cNvPr id="14" name="Text Placeholder 4"/>
          <p:cNvSpPr>
            <a:spLocks noGrp="1"/>
          </p:cNvSpPr>
          <p:nvPr>
            <p:ph type="body" sz="quarter" idx="12" hasCustomPrompt="1"/>
          </p:nvPr>
        </p:nvSpPr>
        <p:spPr>
          <a:xfrm>
            <a:off x="513643" y="3153832"/>
            <a:ext cx="7632313"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pic>
        <p:nvPicPr>
          <p:cNvPr id="4" name="Picture 3">
            <a:extLst>
              <a:ext uri="{FF2B5EF4-FFF2-40B4-BE49-F238E27FC236}">
                <a16:creationId xmlns:a16="http://schemas.microsoft.com/office/drawing/2014/main" id="{E7A71502-0770-BBAC-4D92-728A6CC8E48A}"/>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195423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_8">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2E91DB-40C0-2A45-B643-F8FAF408C331}"/>
              </a:ext>
            </a:extLst>
          </p:cNvPr>
          <p:cNvSpPr>
            <a:spLocks noGrp="1"/>
          </p:cNvSpPr>
          <p:nvPr>
            <p:ph type="title" hasCustomPrompt="1"/>
          </p:nvPr>
        </p:nvSpPr>
        <p:spPr>
          <a:xfrm>
            <a:off x="6051886" y="1891456"/>
            <a:ext cx="5580769" cy="1306408"/>
          </a:xfrm>
        </p:spPr>
        <p:txBody>
          <a:bodyPr/>
          <a:lstStyle/>
          <a:p>
            <a:r>
              <a:rPr lang="en-US" dirty="0"/>
              <a:t>TITLE</a:t>
            </a:r>
            <a:endParaRPr lang="en-FI" dirty="0"/>
          </a:p>
        </p:txBody>
      </p:sp>
      <p:sp>
        <p:nvSpPr>
          <p:cNvPr id="16" name="Text Placeholder 4"/>
          <p:cNvSpPr>
            <a:spLocks noGrp="1"/>
          </p:cNvSpPr>
          <p:nvPr>
            <p:ph type="body" sz="quarter" idx="12" hasCustomPrompt="1"/>
          </p:nvPr>
        </p:nvSpPr>
        <p:spPr>
          <a:xfrm>
            <a:off x="6051886" y="3153832"/>
            <a:ext cx="5582039"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sp>
        <p:nvSpPr>
          <p:cNvPr id="7" name="Picture Placeholder 2"/>
          <p:cNvSpPr>
            <a:spLocks noGrp="1"/>
          </p:cNvSpPr>
          <p:nvPr>
            <p:ph type="pic" sz="quarter" idx="13"/>
          </p:nvPr>
        </p:nvSpPr>
        <p:spPr>
          <a:xfrm>
            <a:off x="0" y="0"/>
            <a:ext cx="5489575" cy="6858000"/>
          </a:xfrm>
        </p:spPr>
        <p:txBody>
          <a:bodyPr/>
          <a:lstStyle/>
          <a:p>
            <a:r>
              <a:rPr lang="en-US"/>
              <a:t>Click icon to add picture</a:t>
            </a:r>
            <a:endParaRPr lang="en-US" dirty="0"/>
          </a:p>
        </p:txBody>
      </p:sp>
      <p:pic>
        <p:nvPicPr>
          <p:cNvPr id="5" name="Picture 4">
            <a:extLst>
              <a:ext uri="{FF2B5EF4-FFF2-40B4-BE49-F238E27FC236}">
                <a16:creationId xmlns:a16="http://schemas.microsoft.com/office/drawing/2014/main" id="{7B86A4E4-9D17-CC93-B793-511DB5A90E0B}"/>
              </a:ext>
            </a:extLst>
          </p:cNvPr>
          <p:cNvPicPr>
            <a:picLocks noChangeAspect="1"/>
          </p:cNvPicPr>
          <p:nvPr userDrawn="1"/>
        </p:nvPicPr>
        <p:blipFill>
          <a:blip r:embed="rId2"/>
          <a:srcRect/>
          <a:stretch/>
        </p:blipFill>
        <p:spPr>
          <a:xfrm>
            <a:off x="9868906" y="6063194"/>
            <a:ext cx="1965964" cy="502229"/>
          </a:xfrm>
          <a:prstGeom prst="rect">
            <a:avLst/>
          </a:prstGeom>
        </p:spPr>
      </p:pic>
    </p:spTree>
    <p:extLst>
      <p:ext uri="{BB962C8B-B14F-4D97-AF65-F5344CB8AC3E}">
        <p14:creationId xmlns:p14="http://schemas.microsoft.com/office/powerpoint/2010/main" val="1070624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_9">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F47B53E-896C-8747-9BB8-4FDEA4D7593F}"/>
              </a:ext>
            </a:extLst>
          </p:cNvPr>
          <p:cNvSpPr>
            <a:spLocks noGrp="1"/>
          </p:cNvSpPr>
          <p:nvPr>
            <p:ph type="title" hasCustomPrompt="1"/>
          </p:nvPr>
        </p:nvSpPr>
        <p:spPr>
          <a:xfrm>
            <a:off x="6053156" y="1891456"/>
            <a:ext cx="5580769" cy="1306408"/>
          </a:xfrm>
        </p:spPr>
        <p:txBody>
          <a:bodyPr/>
          <a:lstStyle>
            <a:lvl1pPr>
              <a:defRPr>
                <a:solidFill>
                  <a:srgbClr val="FF5000"/>
                </a:solidFill>
              </a:defRPr>
            </a:lvl1pPr>
          </a:lstStyle>
          <a:p>
            <a:r>
              <a:rPr lang="en-US" dirty="0"/>
              <a:t>TITLE</a:t>
            </a:r>
            <a:endParaRPr lang="en-FI" dirty="0"/>
          </a:p>
        </p:txBody>
      </p:sp>
      <p:sp>
        <p:nvSpPr>
          <p:cNvPr id="15" name="Text Placeholder 4"/>
          <p:cNvSpPr>
            <a:spLocks noGrp="1"/>
          </p:cNvSpPr>
          <p:nvPr>
            <p:ph type="body" sz="quarter" idx="12" hasCustomPrompt="1"/>
          </p:nvPr>
        </p:nvSpPr>
        <p:spPr>
          <a:xfrm>
            <a:off x="6051886" y="3153832"/>
            <a:ext cx="5582039"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pic>
        <p:nvPicPr>
          <p:cNvPr id="16" name="Picture 15">
            <a:extLs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5493543" cy="6858000"/>
          </a:xfrm>
          <a:prstGeom prst="rect">
            <a:avLst/>
          </a:prstGeom>
        </p:spPr>
      </p:pic>
      <p:pic>
        <p:nvPicPr>
          <p:cNvPr id="7" name="Picture 6">
            <a:extLst>
              <a:ext uri="{FF2B5EF4-FFF2-40B4-BE49-F238E27FC236}">
                <a16:creationId xmlns:a16="http://schemas.microsoft.com/office/drawing/2014/main" id="{80C859D9-6DE1-4053-8C9B-5AE4BAFD26A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5493543" cy="6858000"/>
          </a:xfrm>
          <a:prstGeom prst="rect">
            <a:avLst/>
          </a:prstGeom>
        </p:spPr>
      </p:pic>
      <p:pic>
        <p:nvPicPr>
          <p:cNvPr id="5" name="Picture 4">
            <a:extLst>
              <a:ext uri="{FF2B5EF4-FFF2-40B4-BE49-F238E27FC236}">
                <a16:creationId xmlns:a16="http://schemas.microsoft.com/office/drawing/2014/main" id="{53B91147-7A96-F9F1-1AF0-4AC6682D1C0A}"/>
              </a:ext>
            </a:extLst>
          </p:cNvPr>
          <p:cNvPicPr>
            <a:picLocks noChangeAspect="1"/>
          </p:cNvPicPr>
          <p:nvPr userDrawn="1"/>
        </p:nvPicPr>
        <p:blipFill>
          <a:blip r:embed="rId3"/>
          <a:srcRect/>
          <a:stretch/>
        </p:blipFill>
        <p:spPr>
          <a:xfrm>
            <a:off x="9868906" y="6063194"/>
            <a:ext cx="1965964" cy="502229"/>
          </a:xfrm>
          <a:prstGeom prst="rect">
            <a:avLst/>
          </a:prstGeom>
        </p:spPr>
      </p:pic>
    </p:spTree>
    <p:extLst>
      <p:ext uri="{BB962C8B-B14F-4D97-AF65-F5344CB8AC3E}">
        <p14:creationId xmlns:p14="http://schemas.microsoft.com/office/powerpoint/2010/main" val="3668524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lide_10">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6A93D4E-1CE0-7148-8EFC-D3906E47E6F7}"/>
              </a:ext>
            </a:extLst>
          </p:cNvPr>
          <p:cNvSpPr>
            <a:spLocks noGrp="1"/>
          </p:cNvSpPr>
          <p:nvPr>
            <p:ph type="title" hasCustomPrompt="1"/>
          </p:nvPr>
        </p:nvSpPr>
        <p:spPr>
          <a:xfrm>
            <a:off x="513643" y="1891456"/>
            <a:ext cx="5580769" cy="1306408"/>
          </a:xfrm>
        </p:spPr>
        <p:txBody>
          <a:bodyPr/>
          <a:lstStyle/>
          <a:p>
            <a:r>
              <a:rPr lang="en-US" dirty="0"/>
              <a:t>TITLE</a:t>
            </a:r>
            <a:endParaRPr lang="en-FI" dirty="0"/>
          </a:p>
        </p:txBody>
      </p:sp>
      <p:sp>
        <p:nvSpPr>
          <p:cNvPr id="19" name="Text Placeholder 4"/>
          <p:cNvSpPr>
            <a:spLocks noGrp="1"/>
          </p:cNvSpPr>
          <p:nvPr>
            <p:ph type="body" sz="quarter" idx="12" hasCustomPrompt="1"/>
          </p:nvPr>
        </p:nvSpPr>
        <p:spPr>
          <a:xfrm>
            <a:off x="513643" y="3153832"/>
            <a:ext cx="5582039"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699890" y="0"/>
            <a:ext cx="5488935" cy="6858000"/>
          </a:xfrm>
          <a:prstGeom prst="rect">
            <a:avLst/>
          </a:prstGeom>
        </p:spPr>
      </p:pic>
      <p:pic>
        <p:nvPicPr>
          <p:cNvPr id="7" name="Picture 6">
            <a:extLst>
              <a:ext uri="{FF2B5EF4-FFF2-40B4-BE49-F238E27FC236}">
                <a16:creationId xmlns:a16="http://schemas.microsoft.com/office/drawing/2014/main" id="{6A00A127-6F0F-49BB-9F1B-5C900142E13D}"/>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699890" y="0"/>
            <a:ext cx="5488935" cy="6858000"/>
          </a:xfrm>
          <a:prstGeom prst="rect">
            <a:avLst/>
          </a:prstGeom>
        </p:spPr>
      </p:pic>
      <p:pic>
        <p:nvPicPr>
          <p:cNvPr id="5" name="Picture 4">
            <a:extLst>
              <a:ext uri="{FF2B5EF4-FFF2-40B4-BE49-F238E27FC236}">
                <a16:creationId xmlns:a16="http://schemas.microsoft.com/office/drawing/2014/main" id="{47581364-5D15-F8E5-E6C3-5CFF375C4E76}"/>
              </a:ext>
            </a:extLst>
          </p:cNvPr>
          <p:cNvPicPr>
            <a:picLocks noChangeAspect="1"/>
          </p:cNvPicPr>
          <p:nvPr userDrawn="1"/>
        </p:nvPicPr>
        <p:blipFill>
          <a:blip r:embed="rId3"/>
          <a:srcRect/>
          <a:stretch/>
        </p:blipFill>
        <p:spPr>
          <a:xfrm>
            <a:off x="360731" y="6064087"/>
            <a:ext cx="1965964" cy="502229"/>
          </a:xfrm>
          <a:prstGeom prst="rect">
            <a:avLst/>
          </a:prstGeom>
        </p:spPr>
      </p:pic>
    </p:spTree>
    <p:extLst>
      <p:ext uri="{BB962C8B-B14F-4D97-AF65-F5344CB8AC3E}">
        <p14:creationId xmlns:p14="http://schemas.microsoft.com/office/powerpoint/2010/main" val="3334086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slide_title_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75F1AB5-C4FC-764C-9CDD-A8C635A1F20D}"/>
              </a:ext>
            </a:extLst>
          </p:cNvPr>
          <p:cNvSpPr>
            <a:spLocks noGrp="1"/>
          </p:cNvSpPr>
          <p:nvPr>
            <p:ph type="title" hasCustomPrompt="1"/>
          </p:nvPr>
        </p:nvSpPr>
        <p:spPr>
          <a:xfrm>
            <a:off x="5818840" y="2481213"/>
            <a:ext cx="5470771" cy="1391855"/>
          </a:xfrm>
        </p:spPr>
        <p:txBody>
          <a:bodyPr/>
          <a:lstStyle>
            <a:lvl1pPr>
              <a:defRPr sz="3000">
                <a:solidFill>
                  <a:srgbClr val="5A5A5A"/>
                </a:solidFill>
              </a:defRPr>
            </a:lvl1pPr>
          </a:lstStyle>
          <a:p>
            <a:r>
              <a:rPr lang="en-US" dirty="0"/>
              <a:t>TITLE</a:t>
            </a:r>
            <a:endParaRPr lang="en-FI" dirty="0"/>
          </a:p>
        </p:txBody>
      </p:sp>
      <p:sp>
        <p:nvSpPr>
          <p:cNvPr id="6" name="Rectangle 5">
            <a:extLst>
              <a:ext uri="{FF2B5EF4-FFF2-40B4-BE49-F238E27FC236}">
                <a16:creationId xmlns:a16="http://schemas.microsoft.com/office/drawing/2014/main" id="{BD4A44D8-D3F5-4744-8A4E-E1BD976D9813}"/>
              </a:ext>
              <a:ext uri="{C183D7F6-B498-43B3-948B-1728B52AA6E4}">
                <adec:decorative xmlns:adec="http://schemas.microsoft.com/office/drawing/2017/decorative" val="1"/>
              </a:ext>
            </a:extLst>
          </p:cNvPr>
          <p:cNvSpPr/>
          <p:nvPr/>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6600"/>
              </a:solidFill>
            </a:endParaRPr>
          </a:p>
        </p:txBody>
      </p:sp>
      <p:sp>
        <p:nvSpPr>
          <p:cNvPr id="8" name="Rectangle 7">
            <a:extLst>
              <a:ext uri="{FF2B5EF4-FFF2-40B4-BE49-F238E27FC236}">
                <a16:creationId xmlns:a16="http://schemas.microsoft.com/office/drawing/2014/main" id="{3CFE5224-1214-4F7A-A134-C9152647F1C5}"/>
              </a:ext>
              <a:ext uri="{C183D7F6-B498-43B3-948B-1728B52AA6E4}">
                <adec:decorative xmlns:adec="http://schemas.microsoft.com/office/drawing/2017/decorative" val="1"/>
              </a:ext>
            </a:extLst>
          </p:cNvPr>
          <p:cNvSpPr/>
          <p:nvPr userDrawn="1"/>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6600"/>
              </a:solidFill>
            </a:endParaRPr>
          </a:p>
        </p:txBody>
      </p:sp>
      <p:pic>
        <p:nvPicPr>
          <p:cNvPr id="7" name="Picture 6">
            <a:extLst>
              <a:ext uri="{FF2B5EF4-FFF2-40B4-BE49-F238E27FC236}">
                <a16:creationId xmlns:a16="http://schemas.microsoft.com/office/drawing/2014/main" id="{5FC60225-6889-DC7B-7F46-C280A0FA5374}"/>
              </a:ext>
            </a:extLst>
          </p:cNvPr>
          <p:cNvPicPr>
            <a:picLocks noChangeAspect="1"/>
          </p:cNvPicPr>
          <p:nvPr userDrawn="1"/>
        </p:nvPicPr>
        <p:blipFill>
          <a:blip r:embed="rId2"/>
          <a:srcRect/>
          <a:stretch/>
        </p:blipFill>
        <p:spPr>
          <a:xfrm>
            <a:off x="9868906" y="6063194"/>
            <a:ext cx="1965964" cy="502229"/>
          </a:xfrm>
          <a:prstGeom prst="rect">
            <a:avLst/>
          </a:prstGeom>
        </p:spPr>
      </p:pic>
    </p:spTree>
    <p:extLst>
      <p:ext uri="{BB962C8B-B14F-4D97-AF65-F5344CB8AC3E}">
        <p14:creationId xmlns:p14="http://schemas.microsoft.com/office/powerpoint/2010/main" val="1275439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_title with picture_1">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7" name="Title 1">
            <a:extLst>
              <a:ext uri="{FF2B5EF4-FFF2-40B4-BE49-F238E27FC236}">
                <a16:creationId xmlns:a16="http://schemas.microsoft.com/office/drawing/2014/main" id="{7BA622C8-44FF-B641-87C8-0B3497E28BF1}"/>
              </a:ext>
            </a:extLst>
          </p:cNvPr>
          <p:cNvSpPr>
            <a:spLocks noGrp="1"/>
          </p:cNvSpPr>
          <p:nvPr>
            <p:ph type="title" hasCustomPrompt="1"/>
          </p:nvPr>
        </p:nvSpPr>
        <p:spPr>
          <a:xfrm>
            <a:off x="5818840" y="2481213"/>
            <a:ext cx="5470771" cy="1391855"/>
          </a:xfrm>
        </p:spPr>
        <p:txBody>
          <a:bodyPr/>
          <a:lstStyle>
            <a:lvl1pPr>
              <a:defRPr sz="3000">
                <a:solidFill>
                  <a:srgbClr val="5A5A5A"/>
                </a:solidFill>
              </a:defRPr>
            </a:lvl1pPr>
          </a:lstStyle>
          <a:p>
            <a:r>
              <a:rPr lang="en-US" dirty="0"/>
              <a:t>TITLE</a:t>
            </a:r>
            <a:endParaRPr lang="en-FI" dirty="0"/>
          </a:p>
        </p:txBody>
      </p:sp>
      <p:sp>
        <p:nvSpPr>
          <p:cNvPr id="6" name="Picture Placeholder 8"/>
          <p:cNvSpPr>
            <a:spLocks noGrp="1"/>
          </p:cNvSpPr>
          <p:nvPr>
            <p:ph type="pic" sz="quarter" idx="12"/>
          </p:nvPr>
        </p:nvSpPr>
        <p:spPr>
          <a:xfrm>
            <a:off x="0" y="1191846"/>
            <a:ext cx="5147089" cy="5666154"/>
          </a:xfrm>
        </p:spPr>
        <p:txBody>
          <a:bodyPr/>
          <a:lstStyle>
            <a:lvl1pPr marL="0" indent="0">
              <a:buNone/>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B15A20AB-EF22-4AA1-A51E-0B2C734ED3BA}"/>
              </a:ext>
              <a:ext uri="{C183D7F6-B498-43B3-948B-1728B52AA6E4}">
                <adec:decorative xmlns:adec="http://schemas.microsoft.com/office/drawing/2017/decorative" val="1"/>
              </a:ext>
            </a:extLst>
          </p:cNvPr>
          <p:cNvSpPr/>
          <p:nvPr userDrawn="1"/>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9" name="Picture 8">
            <a:extLst>
              <a:ext uri="{FF2B5EF4-FFF2-40B4-BE49-F238E27FC236}">
                <a16:creationId xmlns:a16="http://schemas.microsoft.com/office/drawing/2014/main" id="{14A742F9-5931-C31A-CA8E-8FF1C802169A}"/>
              </a:ext>
            </a:extLst>
          </p:cNvPr>
          <p:cNvPicPr>
            <a:picLocks noChangeAspect="1"/>
          </p:cNvPicPr>
          <p:nvPr userDrawn="1"/>
        </p:nvPicPr>
        <p:blipFill>
          <a:blip r:embed="rId2"/>
          <a:srcRect/>
          <a:stretch/>
        </p:blipFill>
        <p:spPr>
          <a:xfrm>
            <a:off x="9868906" y="6063194"/>
            <a:ext cx="1965964" cy="502229"/>
          </a:xfrm>
          <a:prstGeom prst="rect">
            <a:avLst/>
          </a:prstGeom>
        </p:spPr>
      </p:pic>
    </p:spTree>
    <p:extLst>
      <p:ext uri="{BB962C8B-B14F-4D97-AF65-F5344CB8AC3E}">
        <p14:creationId xmlns:p14="http://schemas.microsoft.com/office/powerpoint/2010/main" val="2838723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with picture_1">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11" name="Content Placeholder 2"/>
          <p:cNvSpPr>
            <a:spLocks noGrp="1"/>
          </p:cNvSpPr>
          <p:nvPr>
            <p:ph idx="1" hasCustomPrompt="1"/>
          </p:nvPr>
        </p:nvSpPr>
        <p:spPr>
          <a:xfrm>
            <a:off x="5796169" y="609602"/>
            <a:ext cx="5780741" cy="4601985"/>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10" name="Picture Placeholder 8"/>
          <p:cNvSpPr>
            <a:spLocks noGrp="1"/>
          </p:cNvSpPr>
          <p:nvPr>
            <p:ph type="pic" sz="quarter" idx="12"/>
          </p:nvPr>
        </p:nvSpPr>
        <p:spPr>
          <a:xfrm>
            <a:off x="0" y="0"/>
            <a:ext cx="5147089" cy="5666154"/>
          </a:xfrm>
        </p:spPr>
        <p:txBody>
          <a:bodyPr/>
          <a:lstStyle>
            <a:lvl1pPr marL="0" indent="0">
              <a:buNone/>
              <a:defRPr/>
            </a:lvl1pPr>
          </a:lstStyle>
          <a:p>
            <a:r>
              <a:rPr lang="en-US"/>
              <a:t>Click icon to add picture</a:t>
            </a:r>
            <a:endParaRPr lang="en-US" dirty="0"/>
          </a:p>
        </p:txBody>
      </p:sp>
      <p:sp>
        <p:nvSpPr>
          <p:cNvPr id="6" name="Rectangle 5">
            <a:extLst>
              <a:ext uri="{FF2B5EF4-FFF2-40B4-BE49-F238E27FC236}">
                <a16:creationId xmlns:a16="http://schemas.microsoft.com/office/drawing/2014/main" id="{783936A6-D3F8-4C94-9D0F-5A9C20AF78C9}"/>
              </a:ext>
              <a:ext uri="{C183D7F6-B498-43B3-948B-1728B52AA6E4}">
                <adec:decorative xmlns:adec="http://schemas.microsoft.com/office/drawing/2017/decorative" val="1"/>
              </a:ext>
            </a:extLst>
          </p:cNvPr>
          <p:cNvSpPr/>
          <p:nvPr userDrawn="1"/>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7" name="Picture 6">
            <a:extLst>
              <a:ext uri="{FF2B5EF4-FFF2-40B4-BE49-F238E27FC236}">
                <a16:creationId xmlns:a16="http://schemas.microsoft.com/office/drawing/2014/main" id="{AA07AB36-CC62-F029-4175-5FC71B6408EC}"/>
              </a:ext>
            </a:extLst>
          </p:cNvPr>
          <p:cNvPicPr>
            <a:picLocks noChangeAspect="1"/>
          </p:cNvPicPr>
          <p:nvPr userDrawn="1"/>
        </p:nvPicPr>
        <p:blipFill>
          <a:blip r:embed="rId2"/>
          <a:srcRect/>
          <a:stretch/>
        </p:blipFill>
        <p:spPr>
          <a:xfrm>
            <a:off x="9868906" y="6063194"/>
            <a:ext cx="1965964" cy="502229"/>
          </a:xfrm>
          <a:prstGeom prst="rect">
            <a:avLst/>
          </a:prstGeom>
        </p:spPr>
      </p:pic>
    </p:spTree>
    <p:extLst>
      <p:ext uri="{BB962C8B-B14F-4D97-AF65-F5344CB8AC3E}">
        <p14:creationId xmlns:p14="http://schemas.microsoft.com/office/powerpoint/2010/main" val="9692203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8E0061-0A2F-B552-1AEB-39BBB2E03B54}"/>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8667944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_title_2">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5" name="Title 1">
            <a:extLst>
              <a:ext uri="{FF2B5EF4-FFF2-40B4-BE49-F238E27FC236}">
                <a16:creationId xmlns:a16="http://schemas.microsoft.com/office/drawing/2014/main" id="{8C7B0E63-F268-344A-9698-5F11E13776F0}"/>
              </a:ext>
            </a:extLst>
          </p:cNvPr>
          <p:cNvSpPr>
            <a:spLocks noGrp="1"/>
          </p:cNvSpPr>
          <p:nvPr>
            <p:ph type="title" hasCustomPrompt="1"/>
          </p:nvPr>
        </p:nvSpPr>
        <p:spPr>
          <a:xfrm>
            <a:off x="948349" y="2481213"/>
            <a:ext cx="5470771" cy="1391855"/>
          </a:xfrm>
        </p:spPr>
        <p:txBody>
          <a:bodyPr/>
          <a:lstStyle>
            <a:lvl1pPr>
              <a:defRPr sz="3000">
                <a:solidFill>
                  <a:srgbClr val="5A5A5A"/>
                </a:solidFill>
              </a:defRPr>
            </a:lvl1pPr>
          </a:lstStyle>
          <a:p>
            <a:r>
              <a:rPr lang="en-US" dirty="0"/>
              <a:t>TITLE</a:t>
            </a:r>
            <a:endParaRPr lang="en-FI" dirty="0"/>
          </a:p>
        </p:txBody>
      </p:sp>
      <p:sp>
        <p:nvSpPr>
          <p:cNvPr id="6" name="Rectangle 5">
            <a:extLst>
              <a:ext uri="{FF2B5EF4-FFF2-40B4-BE49-F238E27FC236}">
                <a16:creationId xmlns:a16="http://schemas.microsoft.com/office/drawing/2014/main" id="{4E368C6C-F645-41F0-811D-305DF0F12C2C}"/>
              </a:ext>
              <a:ext uri="{C183D7F6-B498-43B3-948B-1728B52AA6E4}">
                <adec:decorative xmlns:adec="http://schemas.microsoft.com/office/drawing/2017/decorative" val="1"/>
              </a:ext>
            </a:extLst>
          </p:cNvPr>
          <p:cNvSpPr/>
          <p:nvPr userDrawn="1"/>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4" name="Picture 3">
            <a:extLst>
              <a:ext uri="{FF2B5EF4-FFF2-40B4-BE49-F238E27FC236}">
                <a16:creationId xmlns:a16="http://schemas.microsoft.com/office/drawing/2014/main" id="{1A9D8E4A-30F4-0483-BC67-C27BEDF63246}"/>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34850775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slide_title with picture_2">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6" name="Title 1">
            <a:extLst>
              <a:ext uri="{FF2B5EF4-FFF2-40B4-BE49-F238E27FC236}">
                <a16:creationId xmlns:a16="http://schemas.microsoft.com/office/drawing/2014/main" id="{F626A6A1-821B-3544-8E1B-66965F340A5D}"/>
              </a:ext>
            </a:extLst>
          </p:cNvPr>
          <p:cNvSpPr>
            <a:spLocks noGrp="1"/>
          </p:cNvSpPr>
          <p:nvPr>
            <p:ph type="title" hasCustomPrompt="1"/>
          </p:nvPr>
        </p:nvSpPr>
        <p:spPr>
          <a:xfrm>
            <a:off x="948349" y="2481213"/>
            <a:ext cx="5470771" cy="1391855"/>
          </a:xfrm>
        </p:spPr>
        <p:txBody>
          <a:bodyPr/>
          <a:lstStyle>
            <a:lvl1pPr>
              <a:defRPr sz="3000">
                <a:solidFill>
                  <a:srgbClr val="5A5A5A"/>
                </a:solidFill>
              </a:defRPr>
            </a:lvl1pPr>
          </a:lstStyle>
          <a:p>
            <a:r>
              <a:rPr lang="en-US" dirty="0"/>
              <a:t>TITLE</a:t>
            </a:r>
            <a:endParaRPr lang="en-FI" dirty="0"/>
          </a:p>
        </p:txBody>
      </p:sp>
      <p:sp>
        <p:nvSpPr>
          <p:cNvPr id="18" name="Picture Placeholder 8"/>
          <p:cNvSpPr>
            <a:spLocks noGrp="1"/>
          </p:cNvSpPr>
          <p:nvPr>
            <p:ph type="pic" sz="quarter" idx="12"/>
          </p:nvPr>
        </p:nvSpPr>
        <p:spPr>
          <a:xfrm>
            <a:off x="7041736" y="1191846"/>
            <a:ext cx="5147089" cy="5666154"/>
          </a:xfrm>
        </p:spPr>
        <p:txBody>
          <a:bodyPr/>
          <a:lstStyle>
            <a:lvl1pPr marL="0" indent="0">
              <a:buNone/>
              <a:defRPr/>
            </a:lvl1pPr>
          </a:lstStyle>
          <a:p>
            <a:r>
              <a:rPr lang="en-US"/>
              <a:t>Click icon to add picture</a:t>
            </a:r>
            <a:endParaRPr lang="en-US" dirty="0"/>
          </a:p>
        </p:txBody>
      </p:sp>
      <p:sp>
        <p:nvSpPr>
          <p:cNvPr id="7" name="Rectangle 6">
            <a:extLst>
              <a:ext uri="{FF2B5EF4-FFF2-40B4-BE49-F238E27FC236}">
                <a16:creationId xmlns:a16="http://schemas.microsoft.com/office/drawing/2014/main" id="{44E9EF53-6FA3-4CCB-95D9-B0993F5F9128}"/>
              </a:ext>
              <a:ext uri="{C183D7F6-B498-43B3-948B-1728B52AA6E4}">
                <adec:decorative xmlns:adec="http://schemas.microsoft.com/office/drawing/2017/decorative" val="1"/>
              </a:ext>
            </a:extLst>
          </p:cNvPr>
          <p:cNvSpPr/>
          <p:nvPr userDrawn="1"/>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4" name="Picture 3">
            <a:extLst>
              <a:ext uri="{FF2B5EF4-FFF2-40B4-BE49-F238E27FC236}">
                <a16:creationId xmlns:a16="http://schemas.microsoft.com/office/drawing/2014/main" id="{856D1325-D353-255B-4CFF-6DEF89589349}"/>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1200065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slide with picture_2">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12" name="Content Placeholder 2"/>
          <p:cNvSpPr>
            <a:spLocks noGrp="1"/>
          </p:cNvSpPr>
          <p:nvPr>
            <p:ph idx="1" hasCustomPrompt="1"/>
          </p:nvPr>
        </p:nvSpPr>
        <p:spPr>
          <a:xfrm>
            <a:off x="650202" y="609602"/>
            <a:ext cx="5780741" cy="4601985"/>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15" name="Picture Placeholder 8"/>
          <p:cNvSpPr>
            <a:spLocks noGrp="1"/>
          </p:cNvSpPr>
          <p:nvPr>
            <p:ph type="pic" sz="quarter" idx="12"/>
          </p:nvPr>
        </p:nvSpPr>
        <p:spPr>
          <a:xfrm>
            <a:off x="7041736" y="0"/>
            <a:ext cx="5147089" cy="5666154"/>
          </a:xfrm>
        </p:spPr>
        <p:txBody>
          <a:bodyPr/>
          <a:lstStyle>
            <a:lvl1pPr marL="0" indent="0">
              <a:buNone/>
              <a:defRPr/>
            </a:lvl1pPr>
          </a:lstStyle>
          <a:p>
            <a:r>
              <a:rPr lang="en-US"/>
              <a:t>Click icon to add picture</a:t>
            </a:r>
            <a:endParaRPr lang="en-US" dirty="0"/>
          </a:p>
        </p:txBody>
      </p:sp>
      <p:sp>
        <p:nvSpPr>
          <p:cNvPr id="6" name="Rectangle 5">
            <a:extLst>
              <a:ext uri="{FF2B5EF4-FFF2-40B4-BE49-F238E27FC236}">
                <a16:creationId xmlns:a16="http://schemas.microsoft.com/office/drawing/2014/main" id="{D3A2205D-B21D-4CFA-93AC-4F842B7DA817}"/>
              </a:ext>
              <a:ext uri="{C183D7F6-B498-43B3-948B-1728B52AA6E4}">
                <adec:decorative xmlns:adec="http://schemas.microsoft.com/office/drawing/2017/decorative" val="1"/>
              </a:ext>
            </a:extLst>
          </p:cNvPr>
          <p:cNvSpPr/>
          <p:nvPr userDrawn="1"/>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4" name="Picture 3">
            <a:extLst>
              <a:ext uri="{FF2B5EF4-FFF2-40B4-BE49-F238E27FC236}">
                <a16:creationId xmlns:a16="http://schemas.microsoft.com/office/drawing/2014/main" id="{24308EE2-FE8D-0311-5B02-E788C3F7015B}"/>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23865261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slide_text_1">
    <p:spTree>
      <p:nvGrpSpPr>
        <p:cNvPr id="1" name=""/>
        <p:cNvGrpSpPr/>
        <p:nvPr/>
      </p:nvGrpSpPr>
      <p:grpSpPr>
        <a:xfrm>
          <a:off x="0" y="0"/>
          <a:ext cx="0" cy="0"/>
          <a:chOff x="0" y="0"/>
          <a:chExt cx="0" cy="0"/>
        </a:xfrm>
      </p:grpSpPr>
      <p:sp>
        <p:nvSpPr>
          <p:cNvPr id="6" name="Rectangle 5">
            <a:extLst>
              <a:ext uri="{C183D7F6-B498-43B3-948B-1728B52AA6E4}">
                <adec:decorative xmlns:adec="http://schemas.microsoft.com/office/drawing/2017/decorative" val="1"/>
              </a:ext>
            </a:extLst>
          </p:cNvPr>
          <p:cNvSpPr/>
          <p:nvPr/>
        </p:nvSpPr>
        <p:spPr>
          <a:xfrm>
            <a:off x="10754335" y="0"/>
            <a:ext cx="143449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12" name="Content Placeholder 2"/>
          <p:cNvSpPr>
            <a:spLocks noGrp="1"/>
          </p:cNvSpPr>
          <p:nvPr>
            <p:ph idx="1" hasCustomPrompt="1"/>
          </p:nvPr>
        </p:nvSpPr>
        <p:spPr>
          <a:xfrm>
            <a:off x="650202" y="609602"/>
            <a:ext cx="9477499" cy="4601985"/>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5" name="Rectangle 4">
            <a:extLst>
              <a:ext uri="{FF2B5EF4-FFF2-40B4-BE49-F238E27FC236}">
                <a16:creationId xmlns:a16="http://schemas.microsoft.com/office/drawing/2014/main" id="{1E55B7CF-7542-4F5F-B8C6-2AEFC3C1F01D}"/>
              </a:ext>
              <a:ext uri="{C183D7F6-B498-43B3-948B-1728B52AA6E4}">
                <adec:decorative xmlns:adec="http://schemas.microsoft.com/office/drawing/2017/decorative" val="1"/>
              </a:ext>
            </a:extLst>
          </p:cNvPr>
          <p:cNvSpPr/>
          <p:nvPr userDrawn="1"/>
        </p:nvSpPr>
        <p:spPr>
          <a:xfrm>
            <a:off x="10754335" y="0"/>
            <a:ext cx="143449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4" name="Picture 3">
            <a:extLst>
              <a:ext uri="{FF2B5EF4-FFF2-40B4-BE49-F238E27FC236}">
                <a16:creationId xmlns:a16="http://schemas.microsoft.com/office/drawing/2014/main" id="{53AB00F9-207E-909A-4094-6F3D102FF0D8}"/>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1452080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slide_title_3">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2222BBD-A73B-7945-9948-C8E90AEC1D2F}"/>
              </a:ext>
            </a:extLst>
          </p:cNvPr>
          <p:cNvSpPr>
            <a:spLocks noGrp="1"/>
          </p:cNvSpPr>
          <p:nvPr>
            <p:ph type="title" hasCustomPrompt="1"/>
          </p:nvPr>
        </p:nvSpPr>
        <p:spPr>
          <a:xfrm>
            <a:off x="527271" y="550745"/>
            <a:ext cx="6600441" cy="1016000"/>
          </a:xfrm>
        </p:spPr>
        <p:txBody>
          <a:bodyPr/>
          <a:lstStyle>
            <a:lvl1pPr>
              <a:defRPr sz="3000">
                <a:solidFill>
                  <a:srgbClr val="5A5A5A"/>
                </a:solidFill>
              </a:defRPr>
            </a:lvl1pPr>
          </a:lstStyle>
          <a:p>
            <a:r>
              <a:rPr lang="en-US" dirty="0"/>
              <a:t>TITLE</a:t>
            </a:r>
            <a:endParaRPr lang="en-FI" dirty="0"/>
          </a:p>
        </p:txBody>
      </p:sp>
      <p:pic>
        <p:nvPicPr>
          <p:cNvPr id="5" name="Picture 4">
            <a:extLst>
              <a:ext uri="{FF2B5EF4-FFF2-40B4-BE49-F238E27FC236}">
                <a16:creationId xmlns:a16="http://schemas.microsoft.com/office/drawing/2014/main" id="{BBE37CC2-F65E-5C36-F936-C829C3A9AFF8}"/>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28533840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slide_title_4">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557D06-B73F-0342-ADB9-E801D7556803}"/>
              </a:ext>
            </a:extLst>
          </p:cNvPr>
          <p:cNvSpPr>
            <a:spLocks noGrp="1"/>
          </p:cNvSpPr>
          <p:nvPr>
            <p:ph type="title" hasCustomPrompt="1"/>
          </p:nvPr>
        </p:nvSpPr>
        <p:spPr>
          <a:xfrm>
            <a:off x="527271" y="550745"/>
            <a:ext cx="6600441" cy="1016000"/>
          </a:xfrm>
        </p:spPr>
        <p:txBody>
          <a:bodyPr/>
          <a:lstStyle>
            <a:lvl1pPr>
              <a:defRPr sz="3000">
                <a:solidFill>
                  <a:srgbClr val="5A5A5A"/>
                </a:solidFill>
              </a:defRPr>
            </a:lvl1pPr>
          </a:lstStyle>
          <a:p>
            <a:r>
              <a:rPr lang="en-US" dirty="0"/>
              <a:t>TITLE</a:t>
            </a:r>
            <a:endParaRPr lang="en-FI" dirty="0"/>
          </a:p>
        </p:txBody>
      </p:sp>
      <p:pic>
        <p:nvPicPr>
          <p:cNvPr id="6" name="Picture 5">
            <a:extLst>
              <a:ext uri="{FF2B5EF4-FFF2-40B4-BE49-F238E27FC236}">
                <a16:creationId xmlns:a16="http://schemas.microsoft.com/office/drawing/2014/main" id="{F1AE4233-2B54-1E59-577B-28006FB40F9A}"/>
              </a:ext>
            </a:extLst>
          </p:cNvPr>
          <p:cNvPicPr>
            <a:picLocks noChangeAspect="1"/>
          </p:cNvPicPr>
          <p:nvPr userDrawn="1"/>
        </p:nvPicPr>
        <p:blipFill>
          <a:blip r:embed="rId2"/>
          <a:srcRect/>
          <a:stretch/>
        </p:blipFill>
        <p:spPr>
          <a:xfrm>
            <a:off x="9868906" y="6063194"/>
            <a:ext cx="1965964" cy="502229"/>
          </a:xfrm>
          <a:prstGeom prst="rect">
            <a:avLst/>
          </a:prstGeom>
        </p:spPr>
      </p:pic>
    </p:spTree>
    <p:extLst>
      <p:ext uri="{BB962C8B-B14F-4D97-AF65-F5344CB8AC3E}">
        <p14:creationId xmlns:p14="http://schemas.microsoft.com/office/powerpoint/2010/main" val="12725361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slide_title_5">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1" y="0"/>
            <a:ext cx="1434490"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6" name="Title 1">
            <a:extLst>
              <a:ext uri="{FF2B5EF4-FFF2-40B4-BE49-F238E27FC236}">
                <a16:creationId xmlns:a16="http://schemas.microsoft.com/office/drawing/2014/main" id="{B633176A-37CE-D941-ABF9-7343B4BA78E3}"/>
              </a:ext>
            </a:extLst>
          </p:cNvPr>
          <p:cNvSpPr>
            <a:spLocks noGrp="1"/>
          </p:cNvSpPr>
          <p:nvPr>
            <p:ph type="title" hasCustomPrompt="1"/>
          </p:nvPr>
        </p:nvSpPr>
        <p:spPr>
          <a:xfrm>
            <a:off x="2090354" y="2626476"/>
            <a:ext cx="6756330" cy="1391855"/>
          </a:xfrm>
        </p:spPr>
        <p:txBody>
          <a:bodyPr/>
          <a:lstStyle>
            <a:lvl1pPr>
              <a:defRPr sz="3000">
                <a:solidFill>
                  <a:srgbClr val="5A5A5A"/>
                </a:solidFill>
              </a:defRPr>
            </a:lvl1pPr>
          </a:lstStyle>
          <a:p>
            <a:r>
              <a:rPr lang="en-US" dirty="0"/>
              <a:t>TITLE</a:t>
            </a:r>
            <a:endParaRPr lang="en-FI" dirty="0"/>
          </a:p>
        </p:txBody>
      </p:sp>
      <p:sp>
        <p:nvSpPr>
          <p:cNvPr id="7" name="Rectangle 6">
            <a:extLst>
              <a:ext uri="{FF2B5EF4-FFF2-40B4-BE49-F238E27FC236}">
                <a16:creationId xmlns:a16="http://schemas.microsoft.com/office/drawing/2014/main" id="{B720216D-BE30-4406-9ECE-AA8EE6C3C795}"/>
              </a:ext>
              <a:ext uri="{C183D7F6-B498-43B3-948B-1728B52AA6E4}">
                <adec:decorative xmlns:adec="http://schemas.microsoft.com/office/drawing/2017/decorative" val="1"/>
              </a:ext>
            </a:extLst>
          </p:cNvPr>
          <p:cNvSpPr/>
          <p:nvPr userDrawn="1"/>
        </p:nvSpPr>
        <p:spPr>
          <a:xfrm>
            <a:off x="1" y="0"/>
            <a:ext cx="1434490"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8" name="Picture 7">
            <a:extLst>
              <a:ext uri="{FF2B5EF4-FFF2-40B4-BE49-F238E27FC236}">
                <a16:creationId xmlns:a16="http://schemas.microsoft.com/office/drawing/2014/main" id="{04D32AF1-D704-F2B9-ECE1-5BEE58678D74}"/>
              </a:ext>
            </a:extLst>
          </p:cNvPr>
          <p:cNvPicPr>
            <a:picLocks noChangeAspect="1"/>
          </p:cNvPicPr>
          <p:nvPr userDrawn="1"/>
        </p:nvPicPr>
        <p:blipFill>
          <a:blip r:embed="rId2"/>
          <a:srcRect/>
          <a:stretch/>
        </p:blipFill>
        <p:spPr>
          <a:xfrm>
            <a:off x="9868906" y="6063194"/>
            <a:ext cx="1965964" cy="502229"/>
          </a:xfrm>
          <a:prstGeom prst="rect">
            <a:avLst/>
          </a:prstGeom>
        </p:spPr>
      </p:pic>
    </p:spTree>
    <p:extLst>
      <p:ext uri="{BB962C8B-B14F-4D97-AF65-F5344CB8AC3E}">
        <p14:creationId xmlns:p14="http://schemas.microsoft.com/office/powerpoint/2010/main" val="1502464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slide_title_text_1">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10754335" y="0"/>
            <a:ext cx="143449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6" name="Title 1">
            <a:extLst>
              <a:ext uri="{FF2B5EF4-FFF2-40B4-BE49-F238E27FC236}">
                <a16:creationId xmlns:a16="http://schemas.microsoft.com/office/drawing/2014/main" id="{C4DFCEC1-F84F-AB4F-BBDF-8FB2899C67E4}"/>
              </a:ext>
            </a:extLst>
          </p:cNvPr>
          <p:cNvSpPr>
            <a:spLocks noGrp="1"/>
          </p:cNvSpPr>
          <p:nvPr>
            <p:ph type="title" hasCustomPrompt="1"/>
          </p:nvPr>
        </p:nvSpPr>
        <p:spPr>
          <a:xfrm>
            <a:off x="992953" y="529931"/>
            <a:ext cx="5470771" cy="1401203"/>
          </a:xfrm>
        </p:spPr>
        <p:txBody>
          <a:bodyPr/>
          <a:lstStyle>
            <a:lvl1pPr>
              <a:defRPr sz="3000">
                <a:solidFill>
                  <a:srgbClr val="5A5A5A"/>
                </a:solidFill>
              </a:defRPr>
            </a:lvl1pPr>
          </a:lstStyle>
          <a:p>
            <a:r>
              <a:rPr lang="en-US" dirty="0"/>
              <a:t>TITLE</a:t>
            </a:r>
            <a:endParaRPr lang="en-FI" dirty="0"/>
          </a:p>
        </p:txBody>
      </p:sp>
      <p:sp>
        <p:nvSpPr>
          <p:cNvPr id="11" name="Content Placeholder 2"/>
          <p:cNvSpPr>
            <a:spLocks noGrp="1"/>
          </p:cNvSpPr>
          <p:nvPr>
            <p:ph idx="1" hasCustomPrompt="1"/>
          </p:nvPr>
        </p:nvSpPr>
        <p:spPr>
          <a:xfrm>
            <a:off x="992953" y="2183390"/>
            <a:ext cx="9118606" cy="2939888"/>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7" name="Rectangle 6">
            <a:extLst>
              <a:ext uri="{FF2B5EF4-FFF2-40B4-BE49-F238E27FC236}">
                <a16:creationId xmlns:a16="http://schemas.microsoft.com/office/drawing/2014/main" id="{261615F9-2DC2-4A07-9DBA-CDC68210EE9E}"/>
              </a:ext>
              <a:ext uri="{C183D7F6-B498-43B3-948B-1728B52AA6E4}">
                <adec:decorative xmlns:adec="http://schemas.microsoft.com/office/drawing/2017/decorative" val="1"/>
              </a:ext>
            </a:extLst>
          </p:cNvPr>
          <p:cNvSpPr/>
          <p:nvPr userDrawn="1"/>
        </p:nvSpPr>
        <p:spPr>
          <a:xfrm>
            <a:off x="10754335" y="0"/>
            <a:ext cx="143449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4" name="Picture 3">
            <a:extLst>
              <a:ext uri="{FF2B5EF4-FFF2-40B4-BE49-F238E27FC236}">
                <a16:creationId xmlns:a16="http://schemas.microsoft.com/office/drawing/2014/main" id="{870A983C-BD36-FE2A-2E54-D854F159E0E2}"/>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24121050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slide_title_text_2">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1" y="0"/>
            <a:ext cx="1434490"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8" name="Title 1">
            <a:extLst>
              <a:ext uri="{FF2B5EF4-FFF2-40B4-BE49-F238E27FC236}">
                <a16:creationId xmlns:a16="http://schemas.microsoft.com/office/drawing/2014/main" id="{23A1F369-B4D9-1D4E-8129-28BA3151BAFE}"/>
              </a:ext>
            </a:extLst>
          </p:cNvPr>
          <p:cNvSpPr>
            <a:spLocks noGrp="1"/>
          </p:cNvSpPr>
          <p:nvPr>
            <p:ph type="title" hasCustomPrompt="1"/>
          </p:nvPr>
        </p:nvSpPr>
        <p:spPr>
          <a:xfrm>
            <a:off x="2067653" y="539279"/>
            <a:ext cx="5470771" cy="1391855"/>
          </a:xfrm>
        </p:spPr>
        <p:txBody>
          <a:bodyPr/>
          <a:lstStyle>
            <a:lvl1pPr>
              <a:defRPr sz="3000">
                <a:solidFill>
                  <a:srgbClr val="5A5A5A"/>
                </a:solidFill>
              </a:defRPr>
            </a:lvl1pPr>
          </a:lstStyle>
          <a:p>
            <a:r>
              <a:rPr lang="en-US" dirty="0"/>
              <a:t>TITLE</a:t>
            </a:r>
            <a:endParaRPr lang="en-FI" dirty="0"/>
          </a:p>
        </p:txBody>
      </p:sp>
      <p:sp>
        <p:nvSpPr>
          <p:cNvPr id="15" name="Content Placeholder 2"/>
          <p:cNvSpPr>
            <a:spLocks noGrp="1"/>
          </p:cNvSpPr>
          <p:nvPr>
            <p:ph idx="1" hasCustomPrompt="1"/>
          </p:nvPr>
        </p:nvSpPr>
        <p:spPr>
          <a:xfrm>
            <a:off x="2067653" y="2183390"/>
            <a:ext cx="9118606" cy="2939888"/>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6" name="Rectangle 5">
            <a:extLst>
              <a:ext uri="{FF2B5EF4-FFF2-40B4-BE49-F238E27FC236}">
                <a16:creationId xmlns:a16="http://schemas.microsoft.com/office/drawing/2014/main" id="{6BDAEB68-F742-4B3E-A13B-8711E3718230}"/>
              </a:ext>
              <a:ext uri="{C183D7F6-B498-43B3-948B-1728B52AA6E4}">
                <adec:decorative xmlns:adec="http://schemas.microsoft.com/office/drawing/2017/decorative" val="1"/>
              </a:ext>
            </a:extLst>
          </p:cNvPr>
          <p:cNvSpPr/>
          <p:nvPr userDrawn="1"/>
        </p:nvSpPr>
        <p:spPr>
          <a:xfrm>
            <a:off x="1" y="0"/>
            <a:ext cx="1434490"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7" name="Picture 6">
            <a:extLst>
              <a:ext uri="{FF2B5EF4-FFF2-40B4-BE49-F238E27FC236}">
                <a16:creationId xmlns:a16="http://schemas.microsoft.com/office/drawing/2014/main" id="{7465D6B3-9FDF-65B6-F45A-9AA7B3011B56}"/>
              </a:ext>
            </a:extLst>
          </p:cNvPr>
          <p:cNvPicPr>
            <a:picLocks noChangeAspect="1"/>
          </p:cNvPicPr>
          <p:nvPr userDrawn="1"/>
        </p:nvPicPr>
        <p:blipFill>
          <a:blip r:embed="rId2"/>
          <a:srcRect/>
          <a:stretch/>
        </p:blipFill>
        <p:spPr>
          <a:xfrm>
            <a:off x="9868906" y="6063194"/>
            <a:ext cx="1965964" cy="502229"/>
          </a:xfrm>
          <a:prstGeom prst="rect">
            <a:avLst/>
          </a:prstGeom>
        </p:spPr>
      </p:pic>
    </p:spTree>
    <p:extLst>
      <p:ext uri="{BB962C8B-B14F-4D97-AF65-F5344CB8AC3E}">
        <p14:creationId xmlns:p14="http://schemas.microsoft.com/office/powerpoint/2010/main" val="4245437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itation/quote/slogan_1">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5364336" y="0"/>
            <a:ext cx="6824488" cy="4500134"/>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5" name="Text Placeholder 4"/>
          <p:cNvSpPr>
            <a:spLocks noGrp="1"/>
          </p:cNvSpPr>
          <p:nvPr>
            <p:ph type="body" sz="quarter" idx="11" hasCustomPrompt="1"/>
          </p:nvPr>
        </p:nvSpPr>
        <p:spPr>
          <a:xfrm>
            <a:off x="1484111" y="2243937"/>
            <a:ext cx="4456112" cy="1316038"/>
          </a:xfrm>
        </p:spPr>
        <p:txBody>
          <a:bodyPr>
            <a:normAutofit/>
          </a:bodyPr>
          <a:lstStyle>
            <a:lvl1pPr marL="0" indent="0">
              <a:buNone/>
              <a:defRPr sz="2800" baseline="0"/>
            </a:lvl1pPr>
          </a:lstStyle>
          <a:p>
            <a:pPr lvl="0"/>
            <a:r>
              <a:rPr lang="en-US" dirty="0"/>
              <a:t>Citation / quote / slogan</a:t>
            </a:r>
          </a:p>
        </p:txBody>
      </p:sp>
      <p:pic>
        <p:nvPicPr>
          <p:cNvPr id="6" name="Picture 5">
            <a:extLst>
              <a:ext uri="{FF2B5EF4-FFF2-40B4-BE49-F238E27FC236}">
                <a16:creationId xmlns:a16="http://schemas.microsoft.com/office/drawing/2014/main" id="{AD24912D-E388-A14F-97D4-CA4654920013}"/>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715125" y="1390022"/>
            <a:ext cx="5473700" cy="5467978"/>
          </a:xfrm>
          <a:prstGeom prst="rect">
            <a:avLst/>
          </a:prstGeom>
        </p:spPr>
      </p:pic>
      <p:sp>
        <p:nvSpPr>
          <p:cNvPr id="7" name="Rectangle 6">
            <a:extLst>
              <a:ext uri="{FF2B5EF4-FFF2-40B4-BE49-F238E27FC236}">
                <a16:creationId xmlns:a16="http://schemas.microsoft.com/office/drawing/2014/main" id="{C6319FE4-FBA9-4DEE-90B2-1C2EEF5EBEF6}"/>
              </a:ext>
              <a:ext uri="{C183D7F6-B498-43B3-948B-1728B52AA6E4}">
                <adec:decorative xmlns:adec="http://schemas.microsoft.com/office/drawing/2017/decorative" val="1"/>
              </a:ext>
            </a:extLst>
          </p:cNvPr>
          <p:cNvSpPr/>
          <p:nvPr userDrawn="1"/>
        </p:nvSpPr>
        <p:spPr>
          <a:xfrm>
            <a:off x="5364336" y="0"/>
            <a:ext cx="6824488" cy="4500134"/>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9" name="Picture 8">
            <a:extLst>
              <a:ext uri="{FF2B5EF4-FFF2-40B4-BE49-F238E27FC236}">
                <a16:creationId xmlns:a16="http://schemas.microsoft.com/office/drawing/2014/main" id="{C1899C8B-3D58-4FE3-BF3E-405E1482611D}"/>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715125" y="1390022"/>
            <a:ext cx="5473700" cy="5467978"/>
          </a:xfrm>
          <a:prstGeom prst="rect">
            <a:avLst/>
          </a:prstGeom>
        </p:spPr>
      </p:pic>
      <p:pic>
        <p:nvPicPr>
          <p:cNvPr id="8" name="Picture 7">
            <a:extLst>
              <a:ext uri="{FF2B5EF4-FFF2-40B4-BE49-F238E27FC236}">
                <a16:creationId xmlns:a16="http://schemas.microsoft.com/office/drawing/2014/main" id="{1A4B6E71-F6E9-0B2F-F450-FCAACC64D844}"/>
              </a:ext>
            </a:extLst>
          </p:cNvPr>
          <p:cNvPicPr>
            <a:picLocks noChangeAspect="1"/>
          </p:cNvPicPr>
          <p:nvPr userDrawn="1"/>
        </p:nvPicPr>
        <p:blipFill>
          <a:blip r:embed="rId3"/>
          <a:srcRect/>
          <a:stretch/>
        </p:blipFill>
        <p:spPr>
          <a:xfrm>
            <a:off x="360731" y="6064087"/>
            <a:ext cx="1965964" cy="502229"/>
          </a:xfrm>
          <a:prstGeom prst="rect">
            <a:avLst/>
          </a:prstGeom>
        </p:spPr>
      </p:pic>
    </p:spTree>
    <p:extLst>
      <p:ext uri="{BB962C8B-B14F-4D97-AF65-F5344CB8AC3E}">
        <p14:creationId xmlns:p14="http://schemas.microsoft.com/office/powerpoint/2010/main" val="29754453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itation/quote/slogan_2">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5364336" y="0"/>
            <a:ext cx="6824488" cy="4500134"/>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5" name="Text Placeholder 4"/>
          <p:cNvSpPr>
            <a:spLocks noGrp="1"/>
          </p:cNvSpPr>
          <p:nvPr>
            <p:ph type="body" sz="quarter" idx="11" hasCustomPrompt="1"/>
          </p:nvPr>
        </p:nvSpPr>
        <p:spPr>
          <a:xfrm>
            <a:off x="1484111" y="2243937"/>
            <a:ext cx="4456112" cy="1316038"/>
          </a:xfrm>
        </p:spPr>
        <p:txBody>
          <a:bodyPr>
            <a:noAutofit/>
          </a:bodyPr>
          <a:lstStyle>
            <a:lvl1pPr marL="0" indent="0">
              <a:buNone/>
              <a:defRPr sz="2800" baseline="0"/>
            </a:lvl1pPr>
          </a:lstStyle>
          <a:p>
            <a:pPr lvl="0"/>
            <a:r>
              <a:rPr lang="en-US" dirty="0"/>
              <a:t>Citation / quote / slogan</a:t>
            </a:r>
          </a:p>
        </p:txBody>
      </p:sp>
      <p:sp>
        <p:nvSpPr>
          <p:cNvPr id="7" name="Picture Placeholder 6"/>
          <p:cNvSpPr>
            <a:spLocks noGrp="1"/>
          </p:cNvSpPr>
          <p:nvPr>
            <p:ph type="pic" sz="quarter" idx="12"/>
          </p:nvPr>
        </p:nvSpPr>
        <p:spPr>
          <a:xfrm>
            <a:off x="6740525" y="1409700"/>
            <a:ext cx="5448300" cy="5448300"/>
          </a:xfrm>
        </p:spPr>
        <p:txBody>
          <a:bodyPr/>
          <a:lstStyle/>
          <a:p>
            <a:r>
              <a:rPr lang="en-US"/>
              <a:t>Click icon to add picture</a:t>
            </a:r>
          </a:p>
        </p:txBody>
      </p:sp>
      <p:sp>
        <p:nvSpPr>
          <p:cNvPr id="6" name="Rectangle 5">
            <a:extLst>
              <a:ext uri="{FF2B5EF4-FFF2-40B4-BE49-F238E27FC236}">
                <a16:creationId xmlns:a16="http://schemas.microsoft.com/office/drawing/2014/main" id="{57B4F931-EDA8-4D82-BE6C-7968983D8C8E}"/>
              </a:ext>
              <a:ext uri="{C183D7F6-B498-43B3-948B-1728B52AA6E4}">
                <adec:decorative xmlns:adec="http://schemas.microsoft.com/office/drawing/2017/decorative" val="1"/>
              </a:ext>
            </a:extLst>
          </p:cNvPr>
          <p:cNvSpPr/>
          <p:nvPr userDrawn="1"/>
        </p:nvSpPr>
        <p:spPr>
          <a:xfrm>
            <a:off x="5364336" y="0"/>
            <a:ext cx="6824488" cy="4500134"/>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8" name="Picture 7">
            <a:extLst>
              <a:ext uri="{FF2B5EF4-FFF2-40B4-BE49-F238E27FC236}">
                <a16:creationId xmlns:a16="http://schemas.microsoft.com/office/drawing/2014/main" id="{26C55510-4E75-8D6A-598F-10C62E3967DB}"/>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31021309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Video/media">
    <p:spTree>
      <p:nvGrpSpPr>
        <p:cNvPr id="1" name=""/>
        <p:cNvGrpSpPr/>
        <p:nvPr/>
      </p:nvGrpSpPr>
      <p:grpSpPr>
        <a:xfrm>
          <a:off x="0" y="0"/>
          <a:ext cx="0" cy="0"/>
          <a:chOff x="0" y="0"/>
          <a:chExt cx="0" cy="0"/>
        </a:xfrm>
      </p:grpSpPr>
      <p:sp>
        <p:nvSpPr>
          <p:cNvPr id="8" name="Media Placeholder 7"/>
          <p:cNvSpPr>
            <a:spLocks noGrp="1"/>
          </p:cNvSpPr>
          <p:nvPr>
            <p:ph type="media" sz="quarter" idx="10"/>
          </p:nvPr>
        </p:nvSpPr>
        <p:spPr>
          <a:xfrm>
            <a:off x="2995399" y="1612706"/>
            <a:ext cx="6198027" cy="3182412"/>
          </a:xfrm>
        </p:spPr>
        <p:txBody>
          <a:bodyPr/>
          <a:lstStyle/>
          <a:p>
            <a:r>
              <a:rPr lang="en-US"/>
              <a:t>Click icon to add media</a:t>
            </a:r>
            <a:endParaRPr lang="fi-FI"/>
          </a:p>
        </p:txBody>
      </p:sp>
      <p:pic>
        <p:nvPicPr>
          <p:cNvPr id="4" name="Picture 3">
            <a:extLst>
              <a:ext uri="{FF2B5EF4-FFF2-40B4-BE49-F238E27FC236}">
                <a16:creationId xmlns:a16="http://schemas.microsoft.com/office/drawing/2014/main" id="{8B41C337-8AD2-9177-E47D-9BE30DB4FEA3}"/>
              </a:ext>
            </a:extLst>
          </p:cNvPr>
          <p:cNvPicPr>
            <a:picLocks noChangeAspect="1"/>
          </p:cNvPicPr>
          <p:nvPr userDrawn="1"/>
        </p:nvPicPr>
        <p:blipFill>
          <a:blip r:embed="rId2"/>
          <a:srcRect/>
          <a:stretch/>
        </p:blipFill>
        <p:spPr>
          <a:xfrm>
            <a:off x="360731" y="6064087"/>
            <a:ext cx="1965964" cy="502229"/>
          </a:xfrm>
          <a:prstGeom prst="rect">
            <a:avLst/>
          </a:prstGeom>
        </p:spPr>
      </p:pic>
    </p:spTree>
    <p:extLst>
      <p:ext uri="{BB962C8B-B14F-4D97-AF65-F5344CB8AC3E}">
        <p14:creationId xmlns:p14="http://schemas.microsoft.com/office/powerpoint/2010/main" val="21200878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0"/>
            <a:ext cx="702000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4" name="Title 3">
            <a:extLst>
              <a:ext uri="{FF2B5EF4-FFF2-40B4-BE49-F238E27FC236}">
                <a16:creationId xmlns:a16="http://schemas.microsoft.com/office/drawing/2014/main" id="{9D271381-893E-2149-BD87-35BAD7920ACB}"/>
              </a:ext>
            </a:extLst>
          </p:cNvPr>
          <p:cNvSpPr>
            <a:spLocks noGrp="1"/>
          </p:cNvSpPr>
          <p:nvPr>
            <p:ph type="title" hasCustomPrompt="1"/>
          </p:nvPr>
        </p:nvSpPr>
        <p:spPr>
          <a:xfrm>
            <a:off x="8184681" y="2222786"/>
            <a:ext cx="2852771" cy="1699927"/>
          </a:xfrm>
        </p:spPr>
        <p:txBody>
          <a:bodyPr/>
          <a:lstStyle>
            <a:lvl1pPr algn="r">
              <a:defRPr sz="3000">
                <a:solidFill>
                  <a:srgbClr val="5A5A5A"/>
                </a:solidFill>
              </a:defRPr>
            </a:lvl1pPr>
          </a:lstStyle>
          <a:p>
            <a:pPr lvl="0"/>
            <a:r>
              <a:rPr lang="en-US" dirty="0"/>
              <a:t>THANKS/</a:t>
            </a:r>
            <a:br>
              <a:rPr lang="en-US" dirty="0"/>
            </a:br>
            <a:r>
              <a:rPr lang="en-US" dirty="0"/>
              <a:t>CREDITS</a:t>
            </a:r>
          </a:p>
        </p:txBody>
      </p:sp>
      <p:pic>
        <p:nvPicPr>
          <p:cNvPr id="6" name="Picture 5">
            <a:extLst>
              <a:ext uri="{FF2B5EF4-FFF2-40B4-BE49-F238E27FC236}">
                <a16:creationId xmlns:a16="http://schemas.microsoft.com/office/drawing/2014/main" id="{B8D30B59-681C-244E-9E75-267CB2469C44}"/>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100" y="1177636"/>
            <a:ext cx="7023100" cy="5680364"/>
          </a:xfrm>
          <a:prstGeom prst="rect">
            <a:avLst/>
          </a:prstGeom>
        </p:spPr>
      </p:pic>
      <p:sp>
        <p:nvSpPr>
          <p:cNvPr id="7" name="Rectangle 6">
            <a:extLst>
              <a:ext uri="{FF2B5EF4-FFF2-40B4-BE49-F238E27FC236}">
                <a16:creationId xmlns:a16="http://schemas.microsoft.com/office/drawing/2014/main" id="{F5C4B1F0-B05C-4AC9-BCBB-EA1FD90A5EBF}"/>
              </a:ext>
              <a:ext uri="{C183D7F6-B498-43B3-948B-1728B52AA6E4}">
                <adec:decorative xmlns:adec="http://schemas.microsoft.com/office/drawing/2017/decorative" val="1"/>
              </a:ext>
            </a:extLst>
          </p:cNvPr>
          <p:cNvSpPr/>
          <p:nvPr userDrawn="1"/>
        </p:nvSpPr>
        <p:spPr>
          <a:xfrm>
            <a:off x="0" y="0"/>
            <a:ext cx="702000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9" name="Picture 8">
            <a:extLst>
              <a:ext uri="{FF2B5EF4-FFF2-40B4-BE49-F238E27FC236}">
                <a16:creationId xmlns:a16="http://schemas.microsoft.com/office/drawing/2014/main" id="{F0B9DF37-1172-442C-A889-7718C52F2A7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100" y="1177636"/>
            <a:ext cx="7023100" cy="5680364"/>
          </a:xfrm>
          <a:prstGeom prst="rect">
            <a:avLst/>
          </a:prstGeom>
        </p:spPr>
      </p:pic>
      <p:pic>
        <p:nvPicPr>
          <p:cNvPr id="5" name="Picture 4">
            <a:extLst>
              <a:ext uri="{FF2B5EF4-FFF2-40B4-BE49-F238E27FC236}">
                <a16:creationId xmlns:a16="http://schemas.microsoft.com/office/drawing/2014/main" id="{AC40B165-DC6B-FB6D-76D9-771E6D3FFF15}"/>
              </a:ext>
            </a:extLst>
          </p:cNvPr>
          <p:cNvPicPr>
            <a:picLocks noChangeAspect="1"/>
          </p:cNvPicPr>
          <p:nvPr userDrawn="1"/>
        </p:nvPicPr>
        <p:blipFill>
          <a:blip r:embed="rId3"/>
          <a:srcRect/>
          <a:stretch/>
        </p:blipFill>
        <p:spPr>
          <a:xfrm>
            <a:off x="9868906" y="6063194"/>
            <a:ext cx="1965964" cy="502229"/>
          </a:xfrm>
          <a:prstGeom prst="rect">
            <a:avLst/>
          </a:prstGeom>
        </p:spPr>
      </p:pic>
    </p:spTree>
    <p:extLst>
      <p:ext uri="{BB962C8B-B14F-4D97-AF65-F5344CB8AC3E}">
        <p14:creationId xmlns:p14="http://schemas.microsoft.com/office/powerpoint/2010/main" val="28965839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lide_U!REKA">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pic>
        <p:nvPicPr>
          <p:cNvPr id="5" name="Picture 4">
            <a:extLst>
              <a:ext uri="{FF2B5EF4-FFF2-40B4-BE49-F238E27FC236}">
                <a16:creationId xmlns:a16="http://schemas.microsoft.com/office/drawing/2014/main" id="{94A12EC4-E081-5747-BC9C-6ED420CBB390}"/>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279" y="0"/>
            <a:ext cx="12198748" cy="3165031"/>
          </a:xfrm>
          <a:prstGeom prst="rect">
            <a:avLst/>
          </a:prstGeom>
        </p:spPr>
      </p:pic>
      <p:pic>
        <p:nvPicPr>
          <p:cNvPr id="7" name="Picture 6">
            <a:extLst>
              <a:ext uri="{FF2B5EF4-FFF2-40B4-BE49-F238E27FC236}">
                <a16:creationId xmlns:a16="http://schemas.microsoft.com/office/drawing/2014/main" id="{6612D5D5-8D69-4EE8-998A-AFCB860D5C7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79" y="0"/>
            <a:ext cx="12198748" cy="3165031"/>
          </a:xfrm>
          <a:prstGeom prst="rect">
            <a:avLst/>
          </a:prstGeom>
        </p:spPr>
      </p:pic>
      <p:pic>
        <p:nvPicPr>
          <p:cNvPr id="2" name="Picture 1">
            <a:extLst>
              <a:ext uri="{FF2B5EF4-FFF2-40B4-BE49-F238E27FC236}">
                <a16:creationId xmlns:a16="http://schemas.microsoft.com/office/drawing/2014/main" id="{6E3FB059-D72B-4AC3-97F3-30DAA0E2C292}"/>
              </a:ext>
            </a:extLst>
          </p:cNvPr>
          <p:cNvPicPr>
            <a:picLocks noChangeAspect="1"/>
          </p:cNvPicPr>
          <p:nvPr userDrawn="1"/>
        </p:nvPicPr>
        <p:blipFill>
          <a:blip r:embed="rId3"/>
          <a:srcRect/>
          <a:stretch/>
        </p:blipFill>
        <p:spPr>
          <a:xfrm>
            <a:off x="9868906" y="6063194"/>
            <a:ext cx="1965964" cy="502229"/>
          </a:xfrm>
          <a:prstGeom prst="rect">
            <a:avLst/>
          </a:prstGeom>
        </p:spPr>
      </p:pic>
      <p:pic>
        <p:nvPicPr>
          <p:cNvPr id="3" name="Picture 2">
            <a:extLst>
              <a:ext uri="{FF2B5EF4-FFF2-40B4-BE49-F238E27FC236}">
                <a16:creationId xmlns:a16="http://schemas.microsoft.com/office/drawing/2014/main" id="{AB79C817-1B1C-394E-5FF6-F103C5EFE216}"/>
              </a:ext>
            </a:extLst>
          </p:cNvPr>
          <p:cNvPicPr>
            <a:picLocks noChangeAspect="1"/>
          </p:cNvPicPr>
          <p:nvPr userDrawn="1"/>
        </p:nvPicPr>
        <p:blipFill>
          <a:blip r:embed="rId4"/>
          <a:srcRect/>
          <a:stretch/>
        </p:blipFill>
        <p:spPr>
          <a:xfrm>
            <a:off x="7869047" y="5726617"/>
            <a:ext cx="1731586" cy="1223625"/>
          </a:xfrm>
          <a:prstGeom prst="rect">
            <a:avLst/>
          </a:prstGeom>
        </p:spPr>
      </p:pic>
    </p:spTree>
    <p:extLst>
      <p:ext uri="{BB962C8B-B14F-4D97-AF65-F5344CB8AC3E}">
        <p14:creationId xmlns:p14="http://schemas.microsoft.com/office/powerpoint/2010/main" val="2894070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lide_2_U!REKA">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88825" cy="3163592"/>
          </a:xfrm>
          <a:prstGeom prst="rect">
            <a:avLst/>
          </a:prstGeom>
        </p:spPr>
      </p:pic>
      <p:pic>
        <p:nvPicPr>
          <p:cNvPr id="5" name="Picture 4">
            <a:extLst>
              <a:ext uri="{FF2B5EF4-FFF2-40B4-BE49-F238E27FC236}">
                <a16:creationId xmlns:a16="http://schemas.microsoft.com/office/drawing/2014/main" id="{01836A4C-B8F3-4A06-B45C-3490E7A0C6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88825" cy="3163592"/>
          </a:xfrm>
          <a:prstGeom prst="rect">
            <a:avLst/>
          </a:prstGeom>
        </p:spPr>
      </p:pic>
      <p:pic>
        <p:nvPicPr>
          <p:cNvPr id="3" name="Picture 2">
            <a:extLst>
              <a:ext uri="{FF2B5EF4-FFF2-40B4-BE49-F238E27FC236}">
                <a16:creationId xmlns:a16="http://schemas.microsoft.com/office/drawing/2014/main" id="{15286D65-F38B-A233-C0B0-C64328705E3E}"/>
              </a:ext>
            </a:extLst>
          </p:cNvPr>
          <p:cNvPicPr>
            <a:picLocks noChangeAspect="1"/>
          </p:cNvPicPr>
          <p:nvPr userDrawn="1"/>
        </p:nvPicPr>
        <p:blipFill>
          <a:blip r:embed="rId3"/>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A5474149-39EA-88DB-DF24-5ADA26B0B51B}"/>
              </a:ext>
            </a:extLst>
          </p:cNvPr>
          <p:cNvPicPr>
            <a:picLocks noChangeAspect="1"/>
          </p:cNvPicPr>
          <p:nvPr userDrawn="1"/>
        </p:nvPicPr>
        <p:blipFill>
          <a:blip r:embed="rId4"/>
          <a:srcRect/>
          <a:stretch/>
        </p:blipFill>
        <p:spPr>
          <a:xfrm>
            <a:off x="7869047" y="5726617"/>
            <a:ext cx="1731586" cy="1223625"/>
          </a:xfrm>
          <a:prstGeom prst="rect">
            <a:avLst/>
          </a:prstGeom>
        </p:spPr>
      </p:pic>
    </p:spTree>
    <p:extLst>
      <p:ext uri="{BB962C8B-B14F-4D97-AF65-F5344CB8AC3E}">
        <p14:creationId xmlns:p14="http://schemas.microsoft.com/office/powerpoint/2010/main" val="16634985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lide_3_U!REKA">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pic>
        <p:nvPicPr>
          <p:cNvPr id="7" name="Picture 6">
            <a:extLs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88825" cy="3158187"/>
          </a:xfrm>
          <a:prstGeom prst="rect">
            <a:avLst/>
          </a:prstGeom>
        </p:spPr>
      </p:pic>
      <p:pic>
        <p:nvPicPr>
          <p:cNvPr id="5" name="Picture 4">
            <a:extLst>
              <a:ext uri="{FF2B5EF4-FFF2-40B4-BE49-F238E27FC236}">
                <a16:creationId xmlns:a16="http://schemas.microsoft.com/office/drawing/2014/main" id="{333F88AF-B055-4B9A-95B0-E2F7806A597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88825" cy="3158187"/>
          </a:xfrm>
          <a:prstGeom prst="rect">
            <a:avLst/>
          </a:prstGeom>
        </p:spPr>
      </p:pic>
      <p:pic>
        <p:nvPicPr>
          <p:cNvPr id="3" name="Picture 2">
            <a:extLst>
              <a:ext uri="{FF2B5EF4-FFF2-40B4-BE49-F238E27FC236}">
                <a16:creationId xmlns:a16="http://schemas.microsoft.com/office/drawing/2014/main" id="{237351F1-D098-C45B-D263-C365BB2DD34A}"/>
              </a:ext>
            </a:extLst>
          </p:cNvPr>
          <p:cNvPicPr>
            <a:picLocks noChangeAspect="1"/>
          </p:cNvPicPr>
          <p:nvPr userDrawn="1"/>
        </p:nvPicPr>
        <p:blipFill>
          <a:blip r:embed="rId3"/>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083FEE2B-73DC-332B-6AF9-8A19F585F2F1}"/>
              </a:ext>
            </a:extLst>
          </p:cNvPr>
          <p:cNvPicPr>
            <a:picLocks noChangeAspect="1"/>
          </p:cNvPicPr>
          <p:nvPr userDrawn="1"/>
        </p:nvPicPr>
        <p:blipFill>
          <a:blip r:embed="rId4"/>
          <a:srcRect/>
          <a:stretch/>
        </p:blipFill>
        <p:spPr>
          <a:xfrm>
            <a:off x="7869047" y="5726617"/>
            <a:ext cx="1731586" cy="1223625"/>
          </a:xfrm>
          <a:prstGeom prst="rect">
            <a:avLst/>
          </a:prstGeom>
        </p:spPr>
      </p:pic>
    </p:spTree>
    <p:extLst>
      <p:ext uri="{BB962C8B-B14F-4D97-AF65-F5344CB8AC3E}">
        <p14:creationId xmlns:p14="http://schemas.microsoft.com/office/powerpoint/2010/main" val="21990469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lide_4_U!REKA">
    <p:spTree>
      <p:nvGrpSpPr>
        <p:cNvPr id="1" name=""/>
        <p:cNvGrpSpPr/>
        <p:nvPr/>
      </p:nvGrpSpPr>
      <p:grpSpPr>
        <a:xfrm>
          <a:off x="0" y="0"/>
          <a:ext cx="0" cy="0"/>
          <a:chOff x="0" y="0"/>
          <a:chExt cx="0" cy="0"/>
        </a:xfrm>
      </p:grpSpPr>
      <p:sp>
        <p:nvSpPr>
          <p:cNvPr id="13"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pic>
        <p:nvPicPr>
          <p:cNvPr id="5" name="Picture 4">
            <a:extLst>
              <a:ext uri="{FF2B5EF4-FFF2-40B4-BE49-F238E27FC236}">
                <a16:creationId xmlns:a16="http://schemas.microsoft.com/office/drawing/2014/main" id="{977DDF97-2893-1442-AC4B-CA4A313DFF4C}"/>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88825" cy="3158187"/>
          </a:xfrm>
          <a:prstGeom prst="rect">
            <a:avLst/>
          </a:prstGeom>
        </p:spPr>
      </p:pic>
      <p:pic>
        <p:nvPicPr>
          <p:cNvPr id="7" name="Picture 6">
            <a:extLst>
              <a:ext uri="{FF2B5EF4-FFF2-40B4-BE49-F238E27FC236}">
                <a16:creationId xmlns:a16="http://schemas.microsoft.com/office/drawing/2014/main" id="{81BFD717-35FA-47B1-ACD5-5093B88F809B}"/>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88825" cy="3158187"/>
          </a:xfrm>
          <a:prstGeom prst="rect">
            <a:avLst/>
          </a:prstGeom>
        </p:spPr>
      </p:pic>
      <p:pic>
        <p:nvPicPr>
          <p:cNvPr id="3" name="Picture 2">
            <a:extLst>
              <a:ext uri="{FF2B5EF4-FFF2-40B4-BE49-F238E27FC236}">
                <a16:creationId xmlns:a16="http://schemas.microsoft.com/office/drawing/2014/main" id="{1E72DE44-0142-F2BA-C70B-C587F6C0C766}"/>
              </a:ext>
            </a:extLst>
          </p:cNvPr>
          <p:cNvPicPr>
            <a:picLocks noChangeAspect="1"/>
          </p:cNvPicPr>
          <p:nvPr userDrawn="1"/>
        </p:nvPicPr>
        <p:blipFill>
          <a:blip r:embed="rId3"/>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4F84D304-546B-F209-9A77-0187997EC650}"/>
              </a:ext>
            </a:extLst>
          </p:cNvPr>
          <p:cNvPicPr>
            <a:picLocks noChangeAspect="1"/>
          </p:cNvPicPr>
          <p:nvPr userDrawn="1"/>
        </p:nvPicPr>
        <p:blipFill>
          <a:blip r:embed="rId4"/>
          <a:srcRect/>
          <a:stretch/>
        </p:blipFill>
        <p:spPr>
          <a:xfrm>
            <a:off x="7869047" y="5726617"/>
            <a:ext cx="1731586" cy="1223625"/>
          </a:xfrm>
          <a:prstGeom prst="rect">
            <a:avLst/>
          </a:prstGeom>
        </p:spPr>
      </p:pic>
    </p:spTree>
    <p:extLst>
      <p:ext uri="{BB962C8B-B14F-4D97-AF65-F5344CB8AC3E}">
        <p14:creationId xmlns:p14="http://schemas.microsoft.com/office/powerpoint/2010/main" val="24402795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_5_U!REKA">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459" y="3705633"/>
            <a:ext cx="11162063" cy="1286529"/>
          </a:xfrm>
        </p:spPr>
        <p:txBody>
          <a:bodyPr anchor="t" anchorCtr="0">
            <a:noAutofit/>
          </a:bodyPr>
          <a:lstStyle>
            <a:lvl1pPr algn="l">
              <a:lnSpc>
                <a:spcPct val="110000"/>
              </a:lnSpc>
              <a:defRPr sz="4000" b="1">
                <a:solidFill>
                  <a:srgbClr val="FF5000"/>
                </a:solidFill>
              </a:defRPr>
            </a:lvl1pPr>
          </a:lstStyle>
          <a:p>
            <a:r>
              <a:rPr lang="fi-FI" dirty="0"/>
              <a:t>TITLE</a:t>
            </a:r>
            <a:endParaRPr lang="en-US" dirty="0"/>
          </a:p>
        </p:txBody>
      </p:sp>
      <p:sp>
        <p:nvSpPr>
          <p:cNvPr id="3" name="Picture Placeholder 2"/>
          <p:cNvSpPr>
            <a:spLocks noGrp="1"/>
          </p:cNvSpPr>
          <p:nvPr>
            <p:ph type="pic" sz="quarter" idx="10"/>
          </p:nvPr>
        </p:nvSpPr>
        <p:spPr>
          <a:xfrm>
            <a:off x="0" y="0"/>
            <a:ext cx="12188825" cy="3163888"/>
          </a:xfrm>
        </p:spPr>
        <p:txBody>
          <a:bodyPr/>
          <a:lstStyle/>
          <a:p>
            <a:r>
              <a:rPr lang="en-US"/>
              <a:t>Click icon to add picture</a:t>
            </a:r>
          </a:p>
        </p:txBody>
      </p:sp>
      <p:pic>
        <p:nvPicPr>
          <p:cNvPr id="4" name="Picture 3">
            <a:extLst>
              <a:ext uri="{FF2B5EF4-FFF2-40B4-BE49-F238E27FC236}">
                <a16:creationId xmlns:a16="http://schemas.microsoft.com/office/drawing/2014/main" id="{4102ABFC-E25C-EFCC-83C0-2FFA5346EADD}"/>
              </a:ext>
            </a:extLst>
          </p:cNvPr>
          <p:cNvPicPr>
            <a:picLocks noChangeAspect="1"/>
          </p:cNvPicPr>
          <p:nvPr userDrawn="1"/>
        </p:nvPicPr>
        <p:blipFill>
          <a:blip r:embed="rId2"/>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265C1C22-5D0A-233B-2F05-77994E292EF0}"/>
              </a:ext>
            </a:extLst>
          </p:cNvPr>
          <p:cNvPicPr>
            <a:picLocks noChangeAspect="1"/>
          </p:cNvPicPr>
          <p:nvPr userDrawn="1"/>
        </p:nvPicPr>
        <p:blipFill>
          <a:blip r:embed="rId3"/>
          <a:srcRect/>
          <a:stretch/>
        </p:blipFill>
        <p:spPr>
          <a:xfrm>
            <a:off x="7869047" y="5726617"/>
            <a:ext cx="1731586" cy="1223625"/>
          </a:xfrm>
          <a:prstGeom prst="rect">
            <a:avLst/>
          </a:prstGeom>
        </p:spPr>
      </p:pic>
    </p:spTree>
    <p:extLst>
      <p:ext uri="{BB962C8B-B14F-4D97-AF65-F5344CB8AC3E}">
        <p14:creationId xmlns:p14="http://schemas.microsoft.com/office/powerpoint/2010/main" val="32607631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_6_U!REK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F707F-5A56-7E4C-BB06-31D0E29E7BF6}"/>
              </a:ext>
            </a:extLst>
          </p:cNvPr>
          <p:cNvSpPr>
            <a:spLocks noGrp="1"/>
          </p:cNvSpPr>
          <p:nvPr>
            <p:ph type="title" hasCustomPrompt="1"/>
          </p:nvPr>
        </p:nvSpPr>
        <p:spPr>
          <a:xfrm>
            <a:off x="513643" y="1891456"/>
            <a:ext cx="5580769" cy="1306408"/>
          </a:xfrm>
        </p:spPr>
        <p:txBody>
          <a:bodyPr/>
          <a:lstStyle/>
          <a:p>
            <a:r>
              <a:rPr lang="en-US" dirty="0"/>
              <a:t>TITLE</a:t>
            </a:r>
            <a:endParaRPr lang="en-FI" dirty="0"/>
          </a:p>
        </p:txBody>
      </p:sp>
      <p:sp>
        <p:nvSpPr>
          <p:cNvPr id="12" name="Text Placeholder 4"/>
          <p:cNvSpPr>
            <a:spLocks noGrp="1"/>
          </p:cNvSpPr>
          <p:nvPr>
            <p:ph type="body" sz="quarter" idx="12" hasCustomPrompt="1"/>
          </p:nvPr>
        </p:nvSpPr>
        <p:spPr>
          <a:xfrm>
            <a:off x="513643" y="3153832"/>
            <a:ext cx="5582039"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sp>
        <p:nvSpPr>
          <p:cNvPr id="3" name="Picture Placeholder 2"/>
          <p:cNvSpPr>
            <a:spLocks noGrp="1"/>
          </p:cNvSpPr>
          <p:nvPr>
            <p:ph type="pic" sz="quarter" idx="13"/>
          </p:nvPr>
        </p:nvSpPr>
        <p:spPr>
          <a:xfrm>
            <a:off x="6699250" y="0"/>
            <a:ext cx="5489575" cy="6858000"/>
          </a:xfrm>
        </p:spPr>
        <p:txBody>
          <a:bodyPr/>
          <a:lstStyle/>
          <a:p>
            <a:r>
              <a:rPr lang="en-US"/>
              <a:t>Click icon to add picture</a:t>
            </a:r>
            <a:endParaRPr lang="en-US" dirty="0"/>
          </a:p>
        </p:txBody>
      </p:sp>
      <p:pic>
        <p:nvPicPr>
          <p:cNvPr id="8" name="Picture 7">
            <a:extLst>
              <a:ext uri="{FF2B5EF4-FFF2-40B4-BE49-F238E27FC236}">
                <a16:creationId xmlns:a16="http://schemas.microsoft.com/office/drawing/2014/main" id="{58DB113E-C905-BB2C-F527-203853853F22}"/>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4" name="Picture 3">
            <a:extLst>
              <a:ext uri="{FF2B5EF4-FFF2-40B4-BE49-F238E27FC236}">
                <a16:creationId xmlns:a16="http://schemas.microsoft.com/office/drawing/2014/main" id="{9407B649-C232-136C-35EB-B09746BE758A}"/>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34853129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lide_7_U!REK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11F5BD8-5755-4649-A5A9-D795BACA36EE}"/>
              </a:ext>
            </a:extLst>
          </p:cNvPr>
          <p:cNvSpPr>
            <a:spLocks noGrp="1"/>
          </p:cNvSpPr>
          <p:nvPr>
            <p:ph type="title" hasCustomPrompt="1"/>
          </p:nvPr>
        </p:nvSpPr>
        <p:spPr>
          <a:xfrm>
            <a:off x="513643" y="1891456"/>
            <a:ext cx="7632313" cy="1306408"/>
          </a:xfrm>
        </p:spPr>
        <p:txBody>
          <a:bodyPr/>
          <a:lstStyle/>
          <a:p>
            <a:r>
              <a:rPr lang="en-US" dirty="0"/>
              <a:t>TITLE</a:t>
            </a:r>
            <a:endParaRPr lang="en-FI" dirty="0"/>
          </a:p>
        </p:txBody>
      </p:sp>
      <p:sp>
        <p:nvSpPr>
          <p:cNvPr id="14" name="Text Placeholder 4"/>
          <p:cNvSpPr>
            <a:spLocks noGrp="1"/>
          </p:cNvSpPr>
          <p:nvPr>
            <p:ph type="body" sz="quarter" idx="12" hasCustomPrompt="1"/>
          </p:nvPr>
        </p:nvSpPr>
        <p:spPr>
          <a:xfrm>
            <a:off x="513643" y="3153832"/>
            <a:ext cx="7632313"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pic>
        <p:nvPicPr>
          <p:cNvPr id="7" name="Picture 6">
            <a:extLst>
              <a:ext uri="{FF2B5EF4-FFF2-40B4-BE49-F238E27FC236}">
                <a16:creationId xmlns:a16="http://schemas.microsoft.com/office/drawing/2014/main" id="{49384CD1-D247-98F7-FCE2-F38F611E6A10}"/>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F9ECEDCE-C099-5DD8-DDB0-00810E5E728C}"/>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37912483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lide_8_U!REK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2E91DB-40C0-2A45-B643-F8FAF408C331}"/>
              </a:ext>
            </a:extLst>
          </p:cNvPr>
          <p:cNvSpPr>
            <a:spLocks noGrp="1"/>
          </p:cNvSpPr>
          <p:nvPr>
            <p:ph type="title" hasCustomPrompt="1"/>
          </p:nvPr>
        </p:nvSpPr>
        <p:spPr>
          <a:xfrm>
            <a:off x="6051886" y="1891456"/>
            <a:ext cx="5580769" cy="1306408"/>
          </a:xfrm>
        </p:spPr>
        <p:txBody>
          <a:bodyPr/>
          <a:lstStyle/>
          <a:p>
            <a:r>
              <a:rPr lang="en-US" dirty="0"/>
              <a:t>TITLE</a:t>
            </a:r>
            <a:endParaRPr lang="en-FI" dirty="0"/>
          </a:p>
        </p:txBody>
      </p:sp>
      <p:sp>
        <p:nvSpPr>
          <p:cNvPr id="16" name="Text Placeholder 4"/>
          <p:cNvSpPr>
            <a:spLocks noGrp="1"/>
          </p:cNvSpPr>
          <p:nvPr>
            <p:ph type="body" sz="quarter" idx="12" hasCustomPrompt="1"/>
          </p:nvPr>
        </p:nvSpPr>
        <p:spPr>
          <a:xfrm>
            <a:off x="6051886" y="3153832"/>
            <a:ext cx="5582039"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sp>
        <p:nvSpPr>
          <p:cNvPr id="7" name="Picture Placeholder 2"/>
          <p:cNvSpPr>
            <a:spLocks noGrp="1"/>
          </p:cNvSpPr>
          <p:nvPr>
            <p:ph type="pic" sz="quarter" idx="13"/>
          </p:nvPr>
        </p:nvSpPr>
        <p:spPr>
          <a:xfrm>
            <a:off x="0" y="0"/>
            <a:ext cx="5489575" cy="6858000"/>
          </a:xfrm>
        </p:spPr>
        <p:txBody>
          <a:bodyPr/>
          <a:lstStyle/>
          <a:p>
            <a:r>
              <a:rPr lang="en-US"/>
              <a:t>Click icon to add picture</a:t>
            </a:r>
            <a:endParaRPr lang="en-US" dirty="0"/>
          </a:p>
        </p:txBody>
      </p:sp>
      <p:pic>
        <p:nvPicPr>
          <p:cNvPr id="3" name="Picture 2">
            <a:extLst>
              <a:ext uri="{FF2B5EF4-FFF2-40B4-BE49-F238E27FC236}">
                <a16:creationId xmlns:a16="http://schemas.microsoft.com/office/drawing/2014/main" id="{C940B9D1-8937-0DED-9E8D-4F1DD8F4641E}"/>
              </a:ext>
            </a:extLst>
          </p:cNvPr>
          <p:cNvPicPr>
            <a:picLocks noChangeAspect="1"/>
          </p:cNvPicPr>
          <p:nvPr userDrawn="1"/>
        </p:nvPicPr>
        <p:blipFill>
          <a:blip r:embed="rId2"/>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098200DA-9F5B-5A25-6FCA-3FF7DAAD3D9D}"/>
              </a:ext>
            </a:extLst>
          </p:cNvPr>
          <p:cNvPicPr>
            <a:picLocks noChangeAspect="1"/>
          </p:cNvPicPr>
          <p:nvPr userDrawn="1"/>
        </p:nvPicPr>
        <p:blipFill>
          <a:blip r:embed="rId3"/>
          <a:srcRect/>
          <a:stretch/>
        </p:blipFill>
        <p:spPr>
          <a:xfrm>
            <a:off x="7869047" y="5726617"/>
            <a:ext cx="1731586" cy="1223625"/>
          </a:xfrm>
          <a:prstGeom prst="rect">
            <a:avLst/>
          </a:prstGeom>
        </p:spPr>
      </p:pic>
    </p:spTree>
    <p:extLst>
      <p:ext uri="{BB962C8B-B14F-4D97-AF65-F5344CB8AC3E}">
        <p14:creationId xmlns:p14="http://schemas.microsoft.com/office/powerpoint/2010/main" val="39146155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lide_9_U!REK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F47B53E-896C-8747-9BB8-4FDEA4D7593F}"/>
              </a:ext>
            </a:extLst>
          </p:cNvPr>
          <p:cNvSpPr>
            <a:spLocks noGrp="1"/>
          </p:cNvSpPr>
          <p:nvPr>
            <p:ph type="title" hasCustomPrompt="1"/>
          </p:nvPr>
        </p:nvSpPr>
        <p:spPr>
          <a:xfrm>
            <a:off x="6053156" y="1891456"/>
            <a:ext cx="5580769" cy="1306408"/>
          </a:xfrm>
        </p:spPr>
        <p:txBody>
          <a:bodyPr/>
          <a:lstStyle>
            <a:lvl1pPr>
              <a:defRPr>
                <a:solidFill>
                  <a:srgbClr val="FF5000"/>
                </a:solidFill>
              </a:defRPr>
            </a:lvl1pPr>
          </a:lstStyle>
          <a:p>
            <a:r>
              <a:rPr lang="en-US" dirty="0"/>
              <a:t>TITLE</a:t>
            </a:r>
            <a:endParaRPr lang="en-FI" dirty="0"/>
          </a:p>
        </p:txBody>
      </p:sp>
      <p:sp>
        <p:nvSpPr>
          <p:cNvPr id="15" name="Text Placeholder 4"/>
          <p:cNvSpPr>
            <a:spLocks noGrp="1"/>
          </p:cNvSpPr>
          <p:nvPr>
            <p:ph type="body" sz="quarter" idx="12" hasCustomPrompt="1"/>
          </p:nvPr>
        </p:nvSpPr>
        <p:spPr>
          <a:xfrm>
            <a:off x="6051886" y="3153832"/>
            <a:ext cx="5582039"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pic>
        <p:nvPicPr>
          <p:cNvPr id="16" name="Picture 15">
            <a:extLs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5493543" cy="6858000"/>
          </a:xfrm>
          <a:prstGeom prst="rect">
            <a:avLst/>
          </a:prstGeom>
        </p:spPr>
      </p:pic>
      <p:pic>
        <p:nvPicPr>
          <p:cNvPr id="7" name="Picture 6">
            <a:extLst>
              <a:ext uri="{FF2B5EF4-FFF2-40B4-BE49-F238E27FC236}">
                <a16:creationId xmlns:a16="http://schemas.microsoft.com/office/drawing/2014/main" id="{80C859D9-6DE1-4053-8C9B-5AE4BAFD26A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5493543" cy="6858000"/>
          </a:xfrm>
          <a:prstGeom prst="rect">
            <a:avLst/>
          </a:prstGeom>
        </p:spPr>
      </p:pic>
      <p:pic>
        <p:nvPicPr>
          <p:cNvPr id="3" name="Picture 2">
            <a:extLst>
              <a:ext uri="{FF2B5EF4-FFF2-40B4-BE49-F238E27FC236}">
                <a16:creationId xmlns:a16="http://schemas.microsoft.com/office/drawing/2014/main" id="{22327F66-4372-20DC-E1BE-B960CA820A3D}"/>
              </a:ext>
            </a:extLst>
          </p:cNvPr>
          <p:cNvPicPr>
            <a:picLocks noChangeAspect="1"/>
          </p:cNvPicPr>
          <p:nvPr userDrawn="1"/>
        </p:nvPicPr>
        <p:blipFill>
          <a:blip r:embed="rId3"/>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C0DDCDA4-B01E-5570-510C-FE70E4310519}"/>
              </a:ext>
            </a:extLst>
          </p:cNvPr>
          <p:cNvPicPr>
            <a:picLocks noChangeAspect="1"/>
          </p:cNvPicPr>
          <p:nvPr userDrawn="1"/>
        </p:nvPicPr>
        <p:blipFill>
          <a:blip r:embed="rId4"/>
          <a:srcRect/>
          <a:stretch/>
        </p:blipFill>
        <p:spPr>
          <a:xfrm>
            <a:off x="7869047" y="5726617"/>
            <a:ext cx="1731586" cy="1223625"/>
          </a:xfrm>
          <a:prstGeom prst="rect">
            <a:avLst/>
          </a:prstGeom>
        </p:spPr>
      </p:pic>
    </p:spTree>
    <p:extLst>
      <p:ext uri="{BB962C8B-B14F-4D97-AF65-F5344CB8AC3E}">
        <p14:creationId xmlns:p14="http://schemas.microsoft.com/office/powerpoint/2010/main" val="2343162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lide_10_U!REK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6A93D4E-1CE0-7148-8EFC-D3906E47E6F7}"/>
              </a:ext>
            </a:extLst>
          </p:cNvPr>
          <p:cNvSpPr>
            <a:spLocks noGrp="1"/>
          </p:cNvSpPr>
          <p:nvPr>
            <p:ph type="title" hasCustomPrompt="1"/>
          </p:nvPr>
        </p:nvSpPr>
        <p:spPr>
          <a:xfrm>
            <a:off x="513643" y="1891456"/>
            <a:ext cx="5580769" cy="1306408"/>
          </a:xfrm>
        </p:spPr>
        <p:txBody>
          <a:bodyPr/>
          <a:lstStyle/>
          <a:p>
            <a:r>
              <a:rPr lang="en-US" dirty="0"/>
              <a:t>TITLE</a:t>
            </a:r>
            <a:endParaRPr lang="en-FI" dirty="0"/>
          </a:p>
        </p:txBody>
      </p:sp>
      <p:sp>
        <p:nvSpPr>
          <p:cNvPr id="19" name="Text Placeholder 4"/>
          <p:cNvSpPr>
            <a:spLocks noGrp="1"/>
          </p:cNvSpPr>
          <p:nvPr>
            <p:ph type="body" sz="quarter" idx="12" hasCustomPrompt="1"/>
          </p:nvPr>
        </p:nvSpPr>
        <p:spPr>
          <a:xfrm>
            <a:off x="513643" y="3153832"/>
            <a:ext cx="5582039" cy="1306408"/>
          </a:xfrm>
        </p:spPr>
        <p:txBody>
          <a:bodyPr anchor="t" anchorCtr="0">
            <a:noAutofit/>
          </a:bodyPr>
          <a:lstStyle>
            <a:lvl1pPr marL="0" indent="0">
              <a:buNone/>
              <a:defRPr sz="4000" b="1" i="0">
                <a:solidFill>
                  <a:srgbClr val="5A5A5A"/>
                </a:solidFill>
                <a:latin typeface="Arial"/>
                <a:cs typeface="Arial"/>
              </a:defRPr>
            </a:lvl1pPr>
          </a:lstStyle>
          <a:p>
            <a:pPr lvl="0"/>
            <a:r>
              <a:rPr lang="en-US" dirty="0"/>
              <a:t>SUBTITLE</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699890" y="0"/>
            <a:ext cx="5488935" cy="6858000"/>
          </a:xfrm>
          <a:prstGeom prst="rect">
            <a:avLst/>
          </a:prstGeom>
        </p:spPr>
      </p:pic>
      <p:pic>
        <p:nvPicPr>
          <p:cNvPr id="7" name="Picture 6">
            <a:extLst>
              <a:ext uri="{FF2B5EF4-FFF2-40B4-BE49-F238E27FC236}">
                <a16:creationId xmlns:a16="http://schemas.microsoft.com/office/drawing/2014/main" id="{6A00A127-6F0F-49BB-9F1B-5C900142E13D}"/>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699890" y="0"/>
            <a:ext cx="5488935" cy="6858000"/>
          </a:xfrm>
          <a:prstGeom prst="rect">
            <a:avLst/>
          </a:prstGeom>
        </p:spPr>
      </p:pic>
      <p:pic>
        <p:nvPicPr>
          <p:cNvPr id="9" name="Picture 8">
            <a:extLst>
              <a:ext uri="{FF2B5EF4-FFF2-40B4-BE49-F238E27FC236}">
                <a16:creationId xmlns:a16="http://schemas.microsoft.com/office/drawing/2014/main" id="{9247DD88-B9AC-E25F-F97E-2A974AA62AFE}"/>
              </a:ext>
            </a:extLst>
          </p:cNvPr>
          <p:cNvPicPr>
            <a:picLocks noChangeAspect="1"/>
          </p:cNvPicPr>
          <p:nvPr userDrawn="1"/>
        </p:nvPicPr>
        <p:blipFill>
          <a:blip r:embed="rId3"/>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E1056A62-B053-0965-FC19-543AB094C44F}"/>
              </a:ext>
            </a:extLst>
          </p:cNvPr>
          <p:cNvPicPr>
            <a:picLocks noChangeAspect="1"/>
          </p:cNvPicPr>
          <p:nvPr userDrawn="1"/>
        </p:nvPicPr>
        <p:blipFill>
          <a:blip r:embed="rId4"/>
          <a:srcRect/>
          <a:stretch/>
        </p:blipFill>
        <p:spPr>
          <a:xfrm>
            <a:off x="2559133" y="5726617"/>
            <a:ext cx="1731586" cy="1223625"/>
          </a:xfrm>
          <a:prstGeom prst="rect">
            <a:avLst/>
          </a:prstGeom>
        </p:spPr>
      </p:pic>
    </p:spTree>
    <p:extLst>
      <p:ext uri="{BB962C8B-B14F-4D97-AF65-F5344CB8AC3E}">
        <p14:creationId xmlns:p14="http://schemas.microsoft.com/office/powerpoint/2010/main" val="7566082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slide_title_1_U!REK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75F1AB5-C4FC-764C-9CDD-A8C635A1F20D}"/>
              </a:ext>
            </a:extLst>
          </p:cNvPr>
          <p:cNvSpPr>
            <a:spLocks noGrp="1"/>
          </p:cNvSpPr>
          <p:nvPr>
            <p:ph type="title" hasCustomPrompt="1"/>
          </p:nvPr>
        </p:nvSpPr>
        <p:spPr>
          <a:xfrm>
            <a:off x="5818840" y="2481213"/>
            <a:ext cx="5470771" cy="1391855"/>
          </a:xfrm>
        </p:spPr>
        <p:txBody>
          <a:bodyPr/>
          <a:lstStyle>
            <a:lvl1pPr>
              <a:defRPr sz="3000">
                <a:solidFill>
                  <a:srgbClr val="5A5A5A"/>
                </a:solidFill>
              </a:defRPr>
            </a:lvl1pPr>
          </a:lstStyle>
          <a:p>
            <a:r>
              <a:rPr lang="en-US" dirty="0"/>
              <a:t>TITLE</a:t>
            </a:r>
            <a:endParaRPr lang="en-FI" dirty="0"/>
          </a:p>
        </p:txBody>
      </p:sp>
      <p:sp>
        <p:nvSpPr>
          <p:cNvPr id="6" name="Rectangle 5">
            <a:extLst>
              <a:ext uri="{FF2B5EF4-FFF2-40B4-BE49-F238E27FC236}">
                <a16:creationId xmlns:a16="http://schemas.microsoft.com/office/drawing/2014/main" id="{BD4A44D8-D3F5-4744-8A4E-E1BD976D9813}"/>
              </a:ext>
              <a:ext uri="{C183D7F6-B498-43B3-948B-1728B52AA6E4}">
                <adec:decorative xmlns:adec="http://schemas.microsoft.com/office/drawing/2017/decorative" val="1"/>
              </a:ext>
            </a:extLst>
          </p:cNvPr>
          <p:cNvSpPr/>
          <p:nvPr/>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6600"/>
              </a:solidFill>
            </a:endParaRPr>
          </a:p>
        </p:txBody>
      </p:sp>
      <p:sp>
        <p:nvSpPr>
          <p:cNvPr id="8" name="Rectangle 7">
            <a:extLst>
              <a:ext uri="{FF2B5EF4-FFF2-40B4-BE49-F238E27FC236}">
                <a16:creationId xmlns:a16="http://schemas.microsoft.com/office/drawing/2014/main" id="{3CFE5224-1214-4F7A-A134-C9152647F1C5}"/>
              </a:ext>
              <a:ext uri="{C183D7F6-B498-43B3-948B-1728B52AA6E4}">
                <adec:decorative xmlns:adec="http://schemas.microsoft.com/office/drawing/2017/decorative" val="1"/>
              </a:ext>
            </a:extLst>
          </p:cNvPr>
          <p:cNvSpPr/>
          <p:nvPr userDrawn="1"/>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6600"/>
              </a:solidFill>
            </a:endParaRPr>
          </a:p>
        </p:txBody>
      </p:sp>
      <p:pic>
        <p:nvPicPr>
          <p:cNvPr id="3" name="Picture 2">
            <a:extLst>
              <a:ext uri="{FF2B5EF4-FFF2-40B4-BE49-F238E27FC236}">
                <a16:creationId xmlns:a16="http://schemas.microsoft.com/office/drawing/2014/main" id="{F38ED8BF-1CDF-E70F-74D0-8259FD8B8BED}"/>
              </a:ext>
            </a:extLst>
          </p:cNvPr>
          <p:cNvPicPr>
            <a:picLocks noChangeAspect="1"/>
          </p:cNvPicPr>
          <p:nvPr userDrawn="1"/>
        </p:nvPicPr>
        <p:blipFill>
          <a:blip r:embed="rId2"/>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AFF6F4AF-5EEB-A3B3-53E9-DB96F63F3354}"/>
              </a:ext>
            </a:extLst>
          </p:cNvPr>
          <p:cNvPicPr>
            <a:picLocks noChangeAspect="1"/>
          </p:cNvPicPr>
          <p:nvPr userDrawn="1"/>
        </p:nvPicPr>
        <p:blipFill>
          <a:blip r:embed="rId3"/>
          <a:srcRect/>
          <a:stretch/>
        </p:blipFill>
        <p:spPr>
          <a:xfrm>
            <a:off x="7869047" y="5726617"/>
            <a:ext cx="1731586" cy="1223625"/>
          </a:xfrm>
          <a:prstGeom prst="rect">
            <a:avLst/>
          </a:prstGeom>
        </p:spPr>
      </p:pic>
    </p:spTree>
    <p:extLst>
      <p:ext uri="{BB962C8B-B14F-4D97-AF65-F5344CB8AC3E}">
        <p14:creationId xmlns:p14="http://schemas.microsoft.com/office/powerpoint/2010/main" val="391321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slide_title with picture_1_U!REKA">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7" name="Title 1">
            <a:extLst>
              <a:ext uri="{FF2B5EF4-FFF2-40B4-BE49-F238E27FC236}">
                <a16:creationId xmlns:a16="http://schemas.microsoft.com/office/drawing/2014/main" id="{7BA622C8-44FF-B641-87C8-0B3497E28BF1}"/>
              </a:ext>
            </a:extLst>
          </p:cNvPr>
          <p:cNvSpPr>
            <a:spLocks noGrp="1"/>
          </p:cNvSpPr>
          <p:nvPr>
            <p:ph type="title" hasCustomPrompt="1"/>
          </p:nvPr>
        </p:nvSpPr>
        <p:spPr>
          <a:xfrm>
            <a:off x="5818840" y="2481213"/>
            <a:ext cx="5470771" cy="1391855"/>
          </a:xfrm>
        </p:spPr>
        <p:txBody>
          <a:bodyPr/>
          <a:lstStyle>
            <a:lvl1pPr>
              <a:defRPr sz="3000">
                <a:solidFill>
                  <a:srgbClr val="5A5A5A"/>
                </a:solidFill>
              </a:defRPr>
            </a:lvl1pPr>
          </a:lstStyle>
          <a:p>
            <a:r>
              <a:rPr lang="en-US" dirty="0"/>
              <a:t>TITLE</a:t>
            </a:r>
            <a:endParaRPr lang="en-FI" dirty="0"/>
          </a:p>
        </p:txBody>
      </p:sp>
      <p:sp>
        <p:nvSpPr>
          <p:cNvPr id="6" name="Picture Placeholder 8"/>
          <p:cNvSpPr>
            <a:spLocks noGrp="1"/>
          </p:cNvSpPr>
          <p:nvPr>
            <p:ph type="pic" sz="quarter" idx="12"/>
          </p:nvPr>
        </p:nvSpPr>
        <p:spPr>
          <a:xfrm>
            <a:off x="0" y="1191846"/>
            <a:ext cx="5147089" cy="5666154"/>
          </a:xfrm>
        </p:spPr>
        <p:txBody>
          <a:bodyPr/>
          <a:lstStyle>
            <a:lvl1pPr marL="0" indent="0">
              <a:buNone/>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B15A20AB-EF22-4AA1-A51E-0B2C734ED3BA}"/>
              </a:ext>
              <a:ext uri="{C183D7F6-B498-43B3-948B-1728B52AA6E4}">
                <adec:decorative xmlns:adec="http://schemas.microsoft.com/office/drawing/2017/decorative" val="1"/>
              </a:ext>
            </a:extLst>
          </p:cNvPr>
          <p:cNvSpPr/>
          <p:nvPr userDrawn="1"/>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4" name="Picture 3">
            <a:extLst>
              <a:ext uri="{FF2B5EF4-FFF2-40B4-BE49-F238E27FC236}">
                <a16:creationId xmlns:a16="http://schemas.microsoft.com/office/drawing/2014/main" id="{90371AA0-10C0-C664-266B-BF7E33A6D923}"/>
              </a:ext>
            </a:extLst>
          </p:cNvPr>
          <p:cNvPicPr>
            <a:picLocks noChangeAspect="1"/>
          </p:cNvPicPr>
          <p:nvPr userDrawn="1"/>
        </p:nvPicPr>
        <p:blipFill>
          <a:blip r:embed="rId2"/>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4C8CE864-45E5-945B-A8CB-11E142E084F5}"/>
              </a:ext>
            </a:extLst>
          </p:cNvPr>
          <p:cNvPicPr>
            <a:picLocks noChangeAspect="1"/>
          </p:cNvPicPr>
          <p:nvPr userDrawn="1"/>
        </p:nvPicPr>
        <p:blipFill>
          <a:blip r:embed="rId3"/>
          <a:srcRect/>
          <a:stretch/>
        </p:blipFill>
        <p:spPr>
          <a:xfrm>
            <a:off x="7869047" y="5726617"/>
            <a:ext cx="1731586" cy="1223625"/>
          </a:xfrm>
          <a:prstGeom prst="rect">
            <a:avLst/>
          </a:prstGeom>
        </p:spPr>
      </p:pic>
    </p:spTree>
    <p:extLst>
      <p:ext uri="{BB962C8B-B14F-4D97-AF65-F5344CB8AC3E}">
        <p14:creationId xmlns:p14="http://schemas.microsoft.com/office/powerpoint/2010/main" val="33489986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slide with picture_1_U!REKA">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11" name="Content Placeholder 2"/>
          <p:cNvSpPr>
            <a:spLocks noGrp="1"/>
          </p:cNvSpPr>
          <p:nvPr>
            <p:ph idx="1" hasCustomPrompt="1"/>
          </p:nvPr>
        </p:nvSpPr>
        <p:spPr>
          <a:xfrm>
            <a:off x="5796169" y="609602"/>
            <a:ext cx="5780741" cy="4601985"/>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10" name="Picture Placeholder 8"/>
          <p:cNvSpPr>
            <a:spLocks noGrp="1"/>
          </p:cNvSpPr>
          <p:nvPr>
            <p:ph type="pic" sz="quarter" idx="12"/>
          </p:nvPr>
        </p:nvSpPr>
        <p:spPr>
          <a:xfrm>
            <a:off x="0" y="0"/>
            <a:ext cx="5147089" cy="5666154"/>
          </a:xfrm>
        </p:spPr>
        <p:txBody>
          <a:bodyPr/>
          <a:lstStyle>
            <a:lvl1pPr marL="0" indent="0">
              <a:buNone/>
              <a:defRPr/>
            </a:lvl1pPr>
          </a:lstStyle>
          <a:p>
            <a:r>
              <a:rPr lang="en-US"/>
              <a:t>Click icon to add picture</a:t>
            </a:r>
            <a:endParaRPr lang="en-US" dirty="0"/>
          </a:p>
        </p:txBody>
      </p:sp>
      <p:sp>
        <p:nvSpPr>
          <p:cNvPr id="6" name="Rectangle 5">
            <a:extLst>
              <a:ext uri="{FF2B5EF4-FFF2-40B4-BE49-F238E27FC236}">
                <a16:creationId xmlns:a16="http://schemas.microsoft.com/office/drawing/2014/main" id="{783936A6-D3F8-4C94-9D0F-5A9C20AF78C9}"/>
              </a:ext>
              <a:ext uri="{C183D7F6-B498-43B3-948B-1728B52AA6E4}">
                <adec:decorative xmlns:adec="http://schemas.microsoft.com/office/drawing/2017/decorative" val="1"/>
              </a:ext>
            </a:extLst>
          </p:cNvPr>
          <p:cNvSpPr/>
          <p:nvPr userDrawn="1"/>
        </p:nvSpPr>
        <p:spPr>
          <a:xfrm>
            <a:off x="0" y="0"/>
            <a:ext cx="5147089"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4" name="Picture 3">
            <a:extLst>
              <a:ext uri="{FF2B5EF4-FFF2-40B4-BE49-F238E27FC236}">
                <a16:creationId xmlns:a16="http://schemas.microsoft.com/office/drawing/2014/main" id="{FF5D7A55-392B-A76C-9FDF-82DE2C11C07D}"/>
              </a:ext>
            </a:extLst>
          </p:cNvPr>
          <p:cNvPicPr>
            <a:picLocks noChangeAspect="1"/>
          </p:cNvPicPr>
          <p:nvPr userDrawn="1"/>
        </p:nvPicPr>
        <p:blipFill>
          <a:blip r:embed="rId2"/>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2D91D133-8FFC-7DC8-869A-4FB103E3AB4F}"/>
              </a:ext>
            </a:extLst>
          </p:cNvPr>
          <p:cNvPicPr>
            <a:picLocks noChangeAspect="1"/>
          </p:cNvPicPr>
          <p:nvPr userDrawn="1"/>
        </p:nvPicPr>
        <p:blipFill>
          <a:blip r:embed="rId3"/>
          <a:srcRect/>
          <a:stretch/>
        </p:blipFill>
        <p:spPr>
          <a:xfrm>
            <a:off x="7869047" y="5726617"/>
            <a:ext cx="1731586" cy="1223625"/>
          </a:xfrm>
          <a:prstGeom prst="rect">
            <a:avLst/>
          </a:prstGeom>
        </p:spPr>
      </p:pic>
    </p:spTree>
    <p:extLst>
      <p:ext uri="{BB962C8B-B14F-4D97-AF65-F5344CB8AC3E}">
        <p14:creationId xmlns:p14="http://schemas.microsoft.com/office/powerpoint/2010/main" val="26023312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slide_blank_U!REKA">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2897D45-B39E-5B3D-C1CF-904A31B2E8DA}"/>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F0D7ACE8-1633-8022-D253-78C799BF6BA8}"/>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31067237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slide_title_2_U!REKA">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5" name="Title 1">
            <a:extLst>
              <a:ext uri="{FF2B5EF4-FFF2-40B4-BE49-F238E27FC236}">
                <a16:creationId xmlns:a16="http://schemas.microsoft.com/office/drawing/2014/main" id="{8C7B0E63-F268-344A-9698-5F11E13776F0}"/>
              </a:ext>
            </a:extLst>
          </p:cNvPr>
          <p:cNvSpPr>
            <a:spLocks noGrp="1"/>
          </p:cNvSpPr>
          <p:nvPr>
            <p:ph type="title" hasCustomPrompt="1"/>
          </p:nvPr>
        </p:nvSpPr>
        <p:spPr>
          <a:xfrm>
            <a:off x="948349" y="2481213"/>
            <a:ext cx="5470771" cy="1391855"/>
          </a:xfrm>
        </p:spPr>
        <p:txBody>
          <a:bodyPr/>
          <a:lstStyle>
            <a:lvl1pPr>
              <a:defRPr sz="3000">
                <a:solidFill>
                  <a:srgbClr val="5A5A5A"/>
                </a:solidFill>
              </a:defRPr>
            </a:lvl1pPr>
          </a:lstStyle>
          <a:p>
            <a:r>
              <a:rPr lang="en-US" dirty="0"/>
              <a:t>TITLE</a:t>
            </a:r>
            <a:endParaRPr lang="en-FI" dirty="0"/>
          </a:p>
        </p:txBody>
      </p:sp>
      <p:sp>
        <p:nvSpPr>
          <p:cNvPr id="6" name="Rectangle 5">
            <a:extLst>
              <a:ext uri="{FF2B5EF4-FFF2-40B4-BE49-F238E27FC236}">
                <a16:creationId xmlns:a16="http://schemas.microsoft.com/office/drawing/2014/main" id="{4E368C6C-F645-41F0-811D-305DF0F12C2C}"/>
              </a:ext>
              <a:ext uri="{C183D7F6-B498-43B3-948B-1728B52AA6E4}">
                <adec:decorative xmlns:adec="http://schemas.microsoft.com/office/drawing/2017/decorative" val="1"/>
              </a:ext>
            </a:extLst>
          </p:cNvPr>
          <p:cNvSpPr/>
          <p:nvPr userDrawn="1"/>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9" name="Picture 8">
            <a:extLst>
              <a:ext uri="{FF2B5EF4-FFF2-40B4-BE49-F238E27FC236}">
                <a16:creationId xmlns:a16="http://schemas.microsoft.com/office/drawing/2014/main" id="{A0ADC9E2-DB17-B342-9FDD-DDC63198353F}"/>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B0BF35F1-10A8-160F-3260-BB8C83536BA6}"/>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17073281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slide_title with picture_2_U!REKA">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6" name="Title 1">
            <a:extLst>
              <a:ext uri="{FF2B5EF4-FFF2-40B4-BE49-F238E27FC236}">
                <a16:creationId xmlns:a16="http://schemas.microsoft.com/office/drawing/2014/main" id="{F626A6A1-821B-3544-8E1B-66965F340A5D}"/>
              </a:ext>
            </a:extLst>
          </p:cNvPr>
          <p:cNvSpPr>
            <a:spLocks noGrp="1"/>
          </p:cNvSpPr>
          <p:nvPr>
            <p:ph type="title" hasCustomPrompt="1"/>
          </p:nvPr>
        </p:nvSpPr>
        <p:spPr>
          <a:xfrm>
            <a:off x="948349" y="2481213"/>
            <a:ext cx="5470771" cy="1391855"/>
          </a:xfrm>
        </p:spPr>
        <p:txBody>
          <a:bodyPr/>
          <a:lstStyle>
            <a:lvl1pPr>
              <a:defRPr sz="3000">
                <a:solidFill>
                  <a:srgbClr val="5A5A5A"/>
                </a:solidFill>
              </a:defRPr>
            </a:lvl1pPr>
          </a:lstStyle>
          <a:p>
            <a:r>
              <a:rPr lang="en-US" dirty="0"/>
              <a:t>TITLE</a:t>
            </a:r>
            <a:endParaRPr lang="en-FI" dirty="0"/>
          </a:p>
        </p:txBody>
      </p:sp>
      <p:sp>
        <p:nvSpPr>
          <p:cNvPr id="18" name="Picture Placeholder 8"/>
          <p:cNvSpPr>
            <a:spLocks noGrp="1"/>
          </p:cNvSpPr>
          <p:nvPr>
            <p:ph type="pic" sz="quarter" idx="12"/>
          </p:nvPr>
        </p:nvSpPr>
        <p:spPr>
          <a:xfrm>
            <a:off x="7041736" y="1191846"/>
            <a:ext cx="5147089" cy="5666154"/>
          </a:xfrm>
        </p:spPr>
        <p:txBody>
          <a:bodyPr/>
          <a:lstStyle>
            <a:lvl1pPr marL="0" indent="0">
              <a:buNone/>
              <a:defRPr/>
            </a:lvl1pPr>
          </a:lstStyle>
          <a:p>
            <a:r>
              <a:rPr lang="en-US"/>
              <a:t>Click icon to add picture</a:t>
            </a:r>
            <a:endParaRPr lang="en-US" dirty="0"/>
          </a:p>
        </p:txBody>
      </p:sp>
      <p:sp>
        <p:nvSpPr>
          <p:cNvPr id="7" name="Rectangle 6">
            <a:extLst>
              <a:ext uri="{FF2B5EF4-FFF2-40B4-BE49-F238E27FC236}">
                <a16:creationId xmlns:a16="http://schemas.microsoft.com/office/drawing/2014/main" id="{44E9EF53-6FA3-4CCB-95D9-B0993F5F9128}"/>
              </a:ext>
              <a:ext uri="{C183D7F6-B498-43B3-948B-1728B52AA6E4}">
                <adec:decorative xmlns:adec="http://schemas.microsoft.com/office/drawing/2017/decorative" val="1"/>
              </a:ext>
            </a:extLst>
          </p:cNvPr>
          <p:cNvSpPr/>
          <p:nvPr userDrawn="1"/>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9" name="Picture 8">
            <a:extLst>
              <a:ext uri="{FF2B5EF4-FFF2-40B4-BE49-F238E27FC236}">
                <a16:creationId xmlns:a16="http://schemas.microsoft.com/office/drawing/2014/main" id="{DF62EF4D-E06F-050B-473F-7553D839558E}"/>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4100EBFE-4B6E-1317-5F66-3345C70739B4}"/>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3170668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slide with picture_2_U!REKA">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12" name="Content Placeholder 2"/>
          <p:cNvSpPr>
            <a:spLocks noGrp="1"/>
          </p:cNvSpPr>
          <p:nvPr>
            <p:ph idx="1" hasCustomPrompt="1"/>
          </p:nvPr>
        </p:nvSpPr>
        <p:spPr>
          <a:xfrm>
            <a:off x="650202" y="609602"/>
            <a:ext cx="5780741" cy="4601985"/>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15" name="Picture Placeholder 8"/>
          <p:cNvSpPr>
            <a:spLocks noGrp="1"/>
          </p:cNvSpPr>
          <p:nvPr>
            <p:ph type="pic" sz="quarter" idx="12"/>
          </p:nvPr>
        </p:nvSpPr>
        <p:spPr>
          <a:xfrm>
            <a:off x="7041736" y="0"/>
            <a:ext cx="5147089" cy="5666154"/>
          </a:xfrm>
        </p:spPr>
        <p:txBody>
          <a:bodyPr/>
          <a:lstStyle>
            <a:lvl1pPr marL="0" indent="0">
              <a:buNone/>
              <a:defRPr/>
            </a:lvl1pPr>
          </a:lstStyle>
          <a:p>
            <a:r>
              <a:rPr lang="en-US"/>
              <a:t>Click icon to add picture</a:t>
            </a:r>
            <a:endParaRPr lang="en-US" dirty="0"/>
          </a:p>
        </p:txBody>
      </p:sp>
      <p:sp>
        <p:nvSpPr>
          <p:cNvPr id="6" name="Rectangle 5">
            <a:extLst>
              <a:ext uri="{FF2B5EF4-FFF2-40B4-BE49-F238E27FC236}">
                <a16:creationId xmlns:a16="http://schemas.microsoft.com/office/drawing/2014/main" id="{D3A2205D-B21D-4CFA-93AC-4F842B7DA817}"/>
              </a:ext>
              <a:ext uri="{C183D7F6-B498-43B3-948B-1728B52AA6E4}">
                <adec:decorative xmlns:adec="http://schemas.microsoft.com/office/drawing/2017/decorative" val="1"/>
              </a:ext>
            </a:extLst>
          </p:cNvPr>
          <p:cNvSpPr/>
          <p:nvPr userDrawn="1"/>
        </p:nvSpPr>
        <p:spPr>
          <a:xfrm>
            <a:off x="7041736" y="0"/>
            <a:ext cx="5147089"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7" name="Picture 6">
            <a:extLst>
              <a:ext uri="{FF2B5EF4-FFF2-40B4-BE49-F238E27FC236}">
                <a16:creationId xmlns:a16="http://schemas.microsoft.com/office/drawing/2014/main" id="{44E6774D-6845-6D10-A9A0-10299B021A3D}"/>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2C727230-6E10-1B9C-35FD-B1A4DABFF25F}"/>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411146550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slide_text_1_U!REKA">
    <p:spTree>
      <p:nvGrpSpPr>
        <p:cNvPr id="1" name=""/>
        <p:cNvGrpSpPr/>
        <p:nvPr/>
      </p:nvGrpSpPr>
      <p:grpSpPr>
        <a:xfrm>
          <a:off x="0" y="0"/>
          <a:ext cx="0" cy="0"/>
          <a:chOff x="0" y="0"/>
          <a:chExt cx="0" cy="0"/>
        </a:xfrm>
      </p:grpSpPr>
      <p:sp>
        <p:nvSpPr>
          <p:cNvPr id="6" name="Rectangle 5">
            <a:extLst>
              <a:ext uri="{C183D7F6-B498-43B3-948B-1728B52AA6E4}">
                <adec:decorative xmlns:adec="http://schemas.microsoft.com/office/drawing/2017/decorative" val="1"/>
              </a:ext>
            </a:extLst>
          </p:cNvPr>
          <p:cNvSpPr/>
          <p:nvPr/>
        </p:nvSpPr>
        <p:spPr>
          <a:xfrm>
            <a:off x="10754335" y="0"/>
            <a:ext cx="143449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12" name="Content Placeholder 2"/>
          <p:cNvSpPr>
            <a:spLocks noGrp="1"/>
          </p:cNvSpPr>
          <p:nvPr>
            <p:ph idx="1" hasCustomPrompt="1"/>
          </p:nvPr>
        </p:nvSpPr>
        <p:spPr>
          <a:xfrm>
            <a:off x="650202" y="609602"/>
            <a:ext cx="9477499" cy="4601985"/>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5" name="Rectangle 4">
            <a:extLst>
              <a:ext uri="{FF2B5EF4-FFF2-40B4-BE49-F238E27FC236}">
                <a16:creationId xmlns:a16="http://schemas.microsoft.com/office/drawing/2014/main" id="{1E55B7CF-7542-4F5F-B8C6-2AEFC3C1F01D}"/>
              </a:ext>
              <a:ext uri="{C183D7F6-B498-43B3-948B-1728B52AA6E4}">
                <adec:decorative xmlns:adec="http://schemas.microsoft.com/office/drawing/2017/decorative" val="1"/>
              </a:ext>
            </a:extLst>
          </p:cNvPr>
          <p:cNvSpPr/>
          <p:nvPr userDrawn="1"/>
        </p:nvSpPr>
        <p:spPr>
          <a:xfrm>
            <a:off x="10754335" y="0"/>
            <a:ext cx="143449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8" name="Picture 7">
            <a:extLst>
              <a:ext uri="{FF2B5EF4-FFF2-40B4-BE49-F238E27FC236}">
                <a16:creationId xmlns:a16="http://schemas.microsoft.com/office/drawing/2014/main" id="{2E11346B-8E88-D210-505F-723133C520B5}"/>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716FD4D8-435A-F69C-8416-3CF0AAC48099}"/>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36323967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slide_title_3_U!REKA">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2222BBD-A73B-7945-9948-C8E90AEC1D2F}"/>
              </a:ext>
            </a:extLst>
          </p:cNvPr>
          <p:cNvSpPr>
            <a:spLocks noGrp="1"/>
          </p:cNvSpPr>
          <p:nvPr>
            <p:ph type="title" hasCustomPrompt="1"/>
          </p:nvPr>
        </p:nvSpPr>
        <p:spPr>
          <a:xfrm>
            <a:off x="527271" y="550745"/>
            <a:ext cx="6600441" cy="1016000"/>
          </a:xfrm>
        </p:spPr>
        <p:txBody>
          <a:bodyPr/>
          <a:lstStyle>
            <a:lvl1pPr>
              <a:defRPr sz="3000">
                <a:solidFill>
                  <a:srgbClr val="5A5A5A"/>
                </a:solidFill>
              </a:defRPr>
            </a:lvl1pPr>
          </a:lstStyle>
          <a:p>
            <a:r>
              <a:rPr lang="en-US" dirty="0"/>
              <a:t>TITLE</a:t>
            </a:r>
            <a:endParaRPr lang="en-FI" dirty="0"/>
          </a:p>
        </p:txBody>
      </p:sp>
      <p:pic>
        <p:nvPicPr>
          <p:cNvPr id="7" name="Picture 6">
            <a:extLst>
              <a:ext uri="{FF2B5EF4-FFF2-40B4-BE49-F238E27FC236}">
                <a16:creationId xmlns:a16="http://schemas.microsoft.com/office/drawing/2014/main" id="{64E3E35D-A225-192A-557D-6CE61DF4A105}"/>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6F8DBAE6-1D88-F542-5050-32DF2E1BB85C}"/>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19349532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slide_title_4_U!REKA">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557D06-B73F-0342-ADB9-E801D7556803}"/>
              </a:ext>
            </a:extLst>
          </p:cNvPr>
          <p:cNvSpPr>
            <a:spLocks noGrp="1"/>
          </p:cNvSpPr>
          <p:nvPr>
            <p:ph type="title" hasCustomPrompt="1"/>
          </p:nvPr>
        </p:nvSpPr>
        <p:spPr>
          <a:xfrm>
            <a:off x="527271" y="550745"/>
            <a:ext cx="6600441" cy="1016000"/>
          </a:xfrm>
        </p:spPr>
        <p:txBody>
          <a:bodyPr/>
          <a:lstStyle>
            <a:lvl1pPr>
              <a:defRPr sz="3000">
                <a:solidFill>
                  <a:srgbClr val="5A5A5A"/>
                </a:solidFill>
              </a:defRPr>
            </a:lvl1pPr>
          </a:lstStyle>
          <a:p>
            <a:r>
              <a:rPr lang="en-US" dirty="0"/>
              <a:t>TITLE</a:t>
            </a:r>
            <a:endParaRPr lang="en-FI" dirty="0"/>
          </a:p>
        </p:txBody>
      </p:sp>
      <p:pic>
        <p:nvPicPr>
          <p:cNvPr id="3" name="Picture 2">
            <a:extLst>
              <a:ext uri="{FF2B5EF4-FFF2-40B4-BE49-F238E27FC236}">
                <a16:creationId xmlns:a16="http://schemas.microsoft.com/office/drawing/2014/main" id="{46C5962E-D7CD-9E2F-187A-B65912DDDAA8}"/>
              </a:ext>
            </a:extLst>
          </p:cNvPr>
          <p:cNvPicPr>
            <a:picLocks noChangeAspect="1"/>
          </p:cNvPicPr>
          <p:nvPr userDrawn="1"/>
        </p:nvPicPr>
        <p:blipFill>
          <a:blip r:embed="rId2"/>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B13FED91-CE66-6D16-3726-6153E53421AE}"/>
              </a:ext>
            </a:extLst>
          </p:cNvPr>
          <p:cNvPicPr>
            <a:picLocks noChangeAspect="1"/>
          </p:cNvPicPr>
          <p:nvPr userDrawn="1"/>
        </p:nvPicPr>
        <p:blipFill>
          <a:blip r:embed="rId3"/>
          <a:srcRect/>
          <a:stretch/>
        </p:blipFill>
        <p:spPr>
          <a:xfrm>
            <a:off x="7869047" y="5726617"/>
            <a:ext cx="1731586" cy="1223625"/>
          </a:xfrm>
          <a:prstGeom prst="rect">
            <a:avLst/>
          </a:prstGeom>
        </p:spPr>
      </p:pic>
    </p:spTree>
    <p:extLst>
      <p:ext uri="{BB962C8B-B14F-4D97-AF65-F5344CB8AC3E}">
        <p14:creationId xmlns:p14="http://schemas.microsoft.com/office/powerpoint/2010/main" val="95631718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 slide_title_5_U!REKA">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1" y="0"/>
            <a:ext cx="1434490"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6" name="Title 1">
            <a:extLst>
              <a:ext uri="{FF2B5EF4-FFF2-40B4-BE49-F238E27FC236}">
                <a16:creationId xmlns:a16="http://schemas.microsoft.com/office/drawing/2014/main" id="{B633176A-37CE-D941-ABF9-7343B4BA78E3}"/>
              </a:ext>
            </a:extLst>
          </p:cNvPr>
          <p:cNvSpPr>
            <a:spLocks noGrp="1"/>
          </p:cNvSpPr>
          <p:nvPr>
            <p:ph type="title" hasCustomPrompt="1"/>
          </p:nvPr>
        </p:nvSpPr>
        <p:spPr>
          <a:xfrm>
            <a:off x="2090354" y="2626476"/>
            <a:ext cx="6756330" cy="1391855"/>
          </a:xfrm>
        </p:spPr>
        <p:txBody>
          <a:bodyPr/>
          <a:lstStyle>
            <a:lvl1pPr>
              <a:defRPr sz="3000">
                <a:solidFill>
                  <a:srgbClr val="5A5A5A"/>
                </a:solidFill>
              </a:defRPr>
            </a:lvl1pPr>
          </a:lstStyle>
          <a:p>
            <a:r>
              <a:rPr lang="en-US" dirty="0"/>
              <a:t>TITLE</a:t>
            </a:r>
            <a:endParaRPr lang="en-FI" dirty="0"/>
          </a:p>
        </p:txBody>
      </p:sp>
      <p:sp>
        <p:nvSpPr>
          <p:cNvPr id="7" name="Rectangle 6">
            <a:extLst>
              <a:ext uri="{FF2B5EF4-FFF2-40B4-BE49-F238E27FC236}">
                <a16:creationId xmlns:a16="http://schemas.microsoft.com/office/drawing/2014/main" id="{B720216D-BE30-4406-9ECE-AA8EE6C3C795}"/>
              </a:ext>
              <a:ext uri="{C183D7F6-B498-43B3-948B-1728B52AA6E4}">
                <adec:decorative xmlns:adec="http://schemas.microsoft.com/office/drawing/2017/decorative" val="1"/>
              </a:ext>
            </a:extLst>
          </p:cNvPr>
          <p:cNvSpPr/>
          <p:nvPr userDrawn="1"/>
        </p:nvSpPr>
        <p:spPr>
          <a:xfrm>
            <a:off x="1" y="0"/>
            <a:ext cx="1434490"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2" name="Picture 1">
            <a:extLst>
              <a:ext uri="{FF2B5EF4-FFF2-40B4-BE49-F238E27FC236}">
                <a16:creationId xmlns:a16="http://schemas.microsoft.com/office/drawing/2014/main" id="{168EB756-310D-B273-4E2A-7B7B9156DF1F}"/>
              </a:ext>
            </a:extLst>
          </p:cNvPr>
          <p:cNvPicPr>
            <a:picLocks noChangeAspect="1"/>
          </p:cNvPicPr>
          <p:nvPr userDrawn="1"/>
        </p:nvPicPr>
        <p:blipFill>
          <a:blip r:embed="rId2"/>
          <a:srcRect/>
          <a:stretch/>
        </p:blipFill>
        <p:spPr>
          <a:xfrm>
            <a:off x="9868906" y="6063194"/>
            <a:ext cx="1965964" cy="502229"/>
          </a:xfrm>
          <a:prstGeom prst="rect">
            <a:avLst/>
          </a:prstGeom>
        </p:spPr>
      </p:pic>
      <p:pic>
        <p:nvPicPr>
          <p:cNvPr id="3" name="Picture 2">
            <a:extLst>
              <a:ext uri="{FF2B5EF4-FFF2-40B4-BE49-F238E27FC236}">
                <a16:creationId xmlns:a16="http://schemas.microsoft.com/office/drawing/2014/main" id="{EA96452F-2A80-46DD-6347-5BEA7E5B4351}"/>
              </a:ext>
            </a:extLst>
          </p:cNvPr>
          <p:cNvPicPr>
            <a:picLocks noChangeAspect="1"/>
          </p:cNvPicPr>
          <p:nvPr userDrawn="1"/>
        </p:nvPicPr>
        <p:blipFill>
          <a:blip r:embed="rId3"/>
          <a:srcRect/>
          <a:stretch/>
        </p:blipFill>
        <p:spPr>
          <a:xfrm>
            <a:off x="7869047" y="5726617"/>
            <a:ext cx="1731586" cy="1223625"/>
          </a:xfrm>
          <a:prstGeom prst="rect">
            <a:avLst/>
          </a:prstGeom>
        </p:spPr>
      </p:pic>
    </p:spTree>
    <p:extLst>
      <p:ext uri="{BB962C8B-B14F-4D97-AF65-F5344CB8AC3E}">
        <p14:creationId xmlns:p14="http://schemas.microsoft.com/office/powerpoint/2010/main" val="11094578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ent slide_title_text_1_U!REKA">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10754335" y="0"/>
            <a:ext cx="143449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6" name="Title 1">
            <a:extLst>
              <a:ext uri="{FF2B5EF4-FFF2-40B4-BE49-F238E27FC236}">
                <a16:creationId xmlns:a16="http://schemas.microsoft.com/office/drawing/2014/main" id="{C4DFCEC1-F84F-AB4F-BBDF-8FB2899C67E4}"/>
              </a:ext>
            </a:extLst>
          </p:cNvPr>
          <p:cNvSpPr>
            <a:spLocks noGrp="1"/>
          </p:cNvSpPr>
          <p:nvPr>
            <p:ph type="title" hasCustomPrompt="1"/>
          </p:nvPr>
        </p:nvSpPr>
        <p:spPr>
          <a:xfrm>
            <a:off x="992953" y="529931"/>
            <a:ext cx="5470771" cy="1401203"/>
          </a:xfrm>
        </p:spPr>
        <p:txBody>
          <a:bodyPr/>
          <a:lstStyle>
            <a:lvl1pPr>
              <a:defRPr sz="3000">
                <a:solidFill>
                  <a:srgbClr val="5A5A5A"/>
                </a:solidFill>
              </a:defRPr>
            </a:lvl1pPr>
          </a:lstStyle>
          <a:p>
            <a:r>
              <a:rPr lang="en-US" dirty="0"/>
              <a:t>TITLE</a:t>
            </a:r>
            <a:endParaRPr lang="en-FI" dirty="0"/>
          </a:p>
        </p:txBody>
      </p:sp>
      <p:sp>
        <p:nvSpPr>
          <p:cNvPr id="11" name="Content Placeholder 2"/>
          <p:cNvSpPr>
            <a:spLocks noGrp="1"/>
          </p:cNvSpPr>
          <p:nvPr>
            <p:ph idx="1" hasCustomPrompt="1"/>
          </p:nvPr>
        </p:nvSpPr>
        <p:spPr>
          <a:xfrm>
            <a:off x="992953" y="2183390"/>
            <a:ext cx="9118606" cy="2939888"/>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7" name="Rectangle 6">
            <a:extLst>
              <a:ext uri="{FF2B5EF4-FFF2-40B4-BE49-F238E27FC236}">
                <a16:creationId xmlns:a16="http://schemas.microsoft.com/office/drawing/2014/main" id="{261615F9-2DC2-4A07-9DBA-CDC68210EE9E}"/>
              </a:ext>
              <a:ext uri="{C183D7F6-B498-43B3-948B-1728B52AA6E4}">
                <adec:decorative xmlns:adec="http://schemas.microsoft.com/office/drawing/2017/decorative" val="1"/>
              </a:ext>
            </a:extLst>
          </p:cNvPr>
          <p:cNvSpPr/>
          <p:nvPr userDrawn="1"/>
        </p:nvSpPr>
        <p:spPr>
          <a:xfrm>
            <a:off x="10754335" y="0"/>
            <a:ext cx="143449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9" name="Picture 8">
            <a:extLst>
              <a:ext uri="{FF2B5EF4-FFF2-40B4-BE49-F238E27FC236}">
                <a16:creationId xmlns:a16="http://schemas.microsoft.com/office/drawing/2014/main" id="{E9C95BA6-76FC-9516-C325-0AE3E3B2EBCF}"/>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82A2D4EC-C994-FDEE-718C-314BD44B812D}"/>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32490227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slide_title_text_2_U!REKA">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1" y="0"/>
            <a:ext cx="1434490"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8" name="Title 1">
            <a:extLst>
              <a:ext uri="{FF2B5EF4-FFF2-40B4-BE49-F238E27FC236}">
                <a16:creationId xmlns:a16="http://schemas.microsoft.com/office/drawing/2014/main" id="{23A1F369-B4D9-1D4E-8129-28BA3151BAFE}"/>
              </a:ext>
            </a:extLst>
          </p:cNvPr>
          <p:cNvSpPr>
            <a:spLocks noGrp="1"/>
          </p:cNvSpPr>
          <p:nvPr>
            <p:ph type="title" hasCustomPrompt="1"/>
          </p:nvPr>
        </p:nvSpPr>
        <p:spPr>
          <a:xfrm>
            <a:off x="2067653" y="539279"/>
            <a:ext cx="5470771" cy="1391855"/>
          </a:xfrm>
        </p:spPr>
        <p:txBody>
          <a:bodyPr/>
          <a:lstStyle>
            <a:lvl1pPr>
              <a:defRPr sz="3000">
                <a:solidFill>
                  <a:srgbClr val="5A5A5A"/>
                </a:solidFill>
              </a:defRPr>
            </a:lvl1pPr>
          </a:lstStyle>
          <a:p>
            <a:r>
              <a:rPr lang="en-US" dirty="0"/>
              <a:t>TITLE</a:t>
            </a:r>
            <a:endParaRPr lang="en-FI" dirty="0"/>
          </a:p>
        </p:txBody>
      </p:sp>
      <p:sp>
        <p:nvSpPr>
          <p:cNvPr id="15" name="Content Placeholder 2"/>
          <p:cNvSpPr>
            <a:spLocks noGrp="1"/>
          </p:cNvSpPr>
          <p:nvPr>
            <p:ph idx="1" hasCustomPrompt="1"/>
          </p:nvPr>
        </p:nvSpPr>
        <p:spPr>
          <a:xfrm>
            <a:off x="2067653" y="2183390"/>
            <a:ext cx="9118606" cy="2939888"/>
          </a:xfrm>
        </p:spPr>
        <p:txBody>
          <a:bodyPr>
            <a:noAutofit/>
          </a:bodyPr>
          <a:lstStyle>
            <a:lvl1pPr marL="0" indent="0">
              <a:buClr>
                <a:srgbClr val="5A5A5A"/>
              </a:buClr>
              <a:buFont typeface="Arial"/>
              <a:buNone/>
              <a:defRPr sz="2400" baseline="0">
                <a:solidFill>
                  <a:srgbClr val="5A5A5A"/>
                </a:solidFill>
              </a:defRPr>
            </a:lvl1pPr>
            <a:lvl2pPr>
              <a:defRPr sz="1800"/>
            </a:lvl2pPr>
            <a:lvl3pPr>
              <a:defRPr sz="1800"/>
            </a:lvl3pPr>
            <a:lvl4pPr>
              <a:defRPr sz="1800"/>
            </a:lvl4pPr>
            <a:lvl5pPr>
              <a:defRPr sz="1800"/>
            </a:lvl5pPr>
          </a:lstStyle>
          <a:p>
            <a:pPr lvl="0"/>
            <a:r>
              <a:rPr lang="en-US" dirty="0"/>
              <a:t>Body text</a:t>
            </a:r>
          </a:p>
        </p:txBody>
      </p:sp>
      <p:sp>
        <p:nvSpPr>
          <p:cNvPr id="6" name="Rectangle 5">
            <a:extLst>
              <a:ext uri="{FF2B5EF4-FFF2-40B4-BE49-F238E27FC236}">
                <a16:creationId xmlns:a16="http://schemas.microsoft.com/office/drawing/2014/main" id="{6BDAEB68-F742-4B3E-A13B-8711E3718230}"/>
              </a:ext>
              <a:ext uri="{C183D7F6-B498-43B3-948B-1728B52AA6E4}">
                <adec:decorative xmlns:adec="http://schemas.microsoft.com/office/drawing/2017/decorative" val="1"/>
              </a:ext>
            </a:extLst>
          </p:cNvPr>
          <p:cNvSpPr/>
          <p:nvPr userDrawn="1"/>
        </p:nvSpPr>
        <p:spPr>
          <a:xfrm>
            <a:off x="1" y="0"/>
            <a:ext cx="1434490" cy="6858000"/>
          </a:xfrm>
          <a:prstGeom prst="rect">
            <a:avLst/>
          </a:prstGeom>
          <a:solidFill>
            <a:srgbClr val="FF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4" name="Picture 3">
            <a:extLst>
              <a:ext uri="{FF2B5EF4-FFF2-40B4-BE49-F238E27FC236}">
                <a16:creationId xmlns:a16="http://schemas.microsoft.com/office/drawing/2014/main" id="{3AEEB2B3-23C4-D22E-BDA7-DA1712AA98B3}"/>
              </a:ext>
            </a:extLst>
          </p:cNvPr>
          <p:cNvPicPr>
            <a:picLocks noChangeAspect="1"/>
          </p:cNvPicPr>
          <p:nvPr userDrawn="1"/>
        </p:nvPicPr>
        <p:blipFill>
          <a:blip r:embed="rId2"/>
          <a:srcRect/>
          <a:stretch/>
        </p:blipFill>
        <p:spPr>
          <a:xfrm>
            <a:off x="9868906" y="6063194"/>
            <a:ext cx="1965964" cy="502229"/>
          </a:xfrm>
          <a:prstGeom prst="rect">
            <a:avLst/>
          </a:prstGeom>
        </p:spPr>
      </p:pic>
      <p:pic>
        <p:nvPicPr>
          <p:cNvPr id="2" name="Picture 1">
            <a:extLst>
              <a:ext uri="{FF2B5EF4-FFF2-40B4-BE49-F238E27FC236}">
                <a16:creationId xmlns:a16="http://schemas.microsoft.com/office/drawing/2014/main" id="{82F14056-212B-D2A7-1441-1484490C51EC}"/>
              </a:ext>
            </a:extLst>
          </p:cNvPr>
          <p:cNvPicPr>
            <a:picLocks noChangeAspect="1"/>
          </p:cNvPicPr>
          <p:nvPr userDrawn="1"/>
        </p:nvPicPr>
        <p:blipFill>
          <a:blip r:embed="rId3"/>
          <a:srcRect/>
          <a:stretch/>
        </p:blipFill>
        <p:spPr>
          <a:xfrm>
            <a:off x="7869047" y="5726617"/>
            <a:ext cx="1731586" cy="1223625"/>
          </a:xfrm>
          <a:prstGeom prst="rect">
            <a:avLst/>
          </a:prstGeom>
        </p:spPr>
      </p:pic>
    </p:spTree>
    <p:extLst>
      <p:ext uri="{BB962C8B-B14F-4D97-AF65-F5344CB8AC3E}">
        <p14:creationId xmlns:p14="http://schemas.microsoft.com/office/powerpoint/2010/main" val="661120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itation/quote/slogan_1_U!REKA">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5364336" y="0"/>
            <a:ext cx="6824488" cy="4500134"/>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5" name="Text Placeholder 4"/>
          <p:cNvSpPr>
            <a:spLocks noGrp="1"/>
          </p:cNvSpPr>
          <p:nvPr>
            <p:ph type="body" sz="quarter" idx="11" hasCustomPrompt="1"/>
          </p:nvPr>
        </p:nvSpPr>
        <p:spPr>
          <a:xfrm>
            <a:off x="1484111" y="2243937"/>
            <a:ext cx="4456112" cy="1316038"/>
          </a:xfrm>
        </p:spPr>
        <p:txBody>
          <a:bodyPr>
            <a:normAutofit/>
          </a:bodyPr>
          <a:lstStyle>
            <a:lvl1pPr marL="0" indent="0">
              <a:buNone/>
              <a:defRPr sz="2800" baseline="0"/>
            </a:lvl1pPr>
          </a:lstStyle>
          <a:p>
            <a:pPr lvl="0"/>
            <a:r>
              <a:rPr lang="en-US" dirty="0"/>
              <a:t>Citation / quote / slogan</a:t>
            </a:r>
          </a:p>
        </p:txBody>
      </p:sp>
      <p:pic>
        <p:nvPicPr>
          <p:cNvPr id="6" name="Picture 5">
            <a:extLst>
              <a:ext uri="{FF2B5EF4-FFF2-40B4-BE49-F238E27FC236}">
                <a16:creationId xmlns:a16="http://schemas.microsoft.com/office/drawing/2014/main" id="{AD24912D-E388-A14F-97D4-CA4654920013}"/>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715125" y="1390022"/>
            <a:ext cx="5473700" cy="5467978"/>
          </a:xfrm>
          <a:prstGeom prst="rect">
            <a:avLst/>
          </a:prstGeom>
        </p:spPr>
      </p:pic>
      <p:sp>
        <p:nvSpPr>
          <p:cNvPr id="7" name="Rectangle 6">
            <a:extLst>
              <a:ext uri="{FF2B5EF4-FFF2-40B4-BE49-F238E27FC236}">
                <a16:creationId xmlns:a16="http://schemas.microsoft.com/office/drawing/2014/main" id="{C6319FE4-FBA9-4DEE-90B2-1C2EEF5EBEF6}"/>
              </a:ext>
              <a:ext uri="{C183D7F6-B498-43B3-948B-1728B52AA6E4}">
                <adec:decorative xmlns:adec="http://schemas.microsoft.com/office/drawing/2017/decorative" val="1"/>
              </a:ext>
            </a:extLst>
          </p:cNvPr>
          <p:cNvSpPr/>
          <p:nvPr userDrawn="1"/>
        </p:nvSpPr>
        <p:spPr>
          <a:xfrm>
            <a:off x="5364336" y="0"/>
            <a:ext cx="6824488" cy="4500134"/>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9" name="Picture 8">
            <a:extLst>
              <a:ext uri="{FF2B5EF4-FFF2-40B4-BE49-F238E27FC236}">
                <a16:creationId xmlns:a16="http://schemas.microsoft.com/office/drawing/2014/main" id="{C1899C8B-3D58-4FE3-BF3E-405E1482611D}"/>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715125" y="1390022"/>
            <a:ext cx="5473700" cy="5467978"/>
          </a:xfrm>
          <a:prstGeom prst="rect">
            <a:avLst/>
          </a:prstGeom>
        </p:spPr>
      </p:pic>
      <p:pic>
        <p:nvPicPr>
          <p:cNvPr id="11" name="Picture 10">
            <a:extLst>
              <a:ext uri="{FF2B5EF4-FFF2-40B4-BE49-F238E27FC236}">
                <a16:creationId xmlns:a16="http://schemas.microsoft.com/office/drawing/2014/main" id="{2710DBD3-F230-212B-2926-56B0BB5F5CB3}"/>
              </a:ext>
            </a:extLst>
          </p:cNvPr>
          <p:cNvPicPr>
            <a:picLocks noChangeAspect="1"/>
          </p:cNvPicPr>
          <p:nvPr userDrawn="1"/>
        </p:nvPicPr>
        <p:blipFill>
          <a:blip r:embed="rId3"/>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3A247853-2A5E-C84D-F074-D74BFE00291A}"/>
              </a:ext>
            </a:extLst>
          </p:cNvPr>
          <p:cNvPicPr>
            <a:picLocks noChangeAspect="1"/>
          </p:cNvPicPr>
          <p:nvPr userDrawn="1"/>
        </p:nvPicPr>
        <p:blipFill>
          <a:blip r:embed="rId4"/>
          <a:srcRect/>
          <a:stretch/>
        </p:blipFill>
        <p:spPr>
          <a:xfrm>
            <a:off x="2559133" y="5726617"/>
            <a:ext cx="1731586" cy="1223625"/>
          </a:xfrm>
          <a:prstGeom prst="rect">
            <a:avLst/>
          </a:prstGeom>
        </p:spPr>
      </p:pic>
    </p:spTree>
    <p:extLst>
      <p:ext uri="{BB962C8B-B14F-4D97-AF65-F5344CB8AC3E}">
        <p14:creationId xmlns:p14="http://schemas.microsoft.com/office/powerpoint/2010/main" val="38910511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itation/quote/slogan_2_U!REKA">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5364336" y="0"/>
            <a:ext cx="6824488" cy="4500134"/>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5" name="Text Placeholder 4"/>
          <p:cNvSpPr>
            <a:spLocks noGrp="1"/>
          </p:cNvSpPr>
          <p:nvPr>
            <p:ph type="body" sz="quarter" idx="11" hasCustomPrompt="1"/>
          </p:nvPr>
        </p:nvSpPr>
        <p:spPr>
          <a:xfrm>
            <a:off x="1484111" y="2243937"/>
            <a:ext cx="4456112" cy="1316038"/>
          </a:xfrm>
        </p:spPr>
        <p:txBody>
          <a:bodyPr>
            <a:noAutofit/>
          </a:bodyPr>
          <a:lstStyle>
            <a:lvl1pPr marL="0" indent="0">
              <a:buNone/>
              <a:defRPr sz="2800" baseline="0"/>
            </a:lvl1pPr>
          </a:lstStyle>
          <a:p>
            <a:pPr lvl="0"/>
            <a:r>
              <a:rPr lang="en-US" dirty="0"/>
              <a:t>Citation / quote / slogan</a:t>
            </a:r>
          </a:p>
        </p:txBody>
      </p:sp>
      <p:sp>
        <p:nvSpPr>
          <p:cNvPr id="7" name="Picture Placeholder 6"/>
          <p:cNvSpPr>
            <a:spLocks noGrp="1"/>
          </p:cNvSpPr>
          <p:nvPr>
            <p:ph type="pic" sz="quarter" idx="12"/>
          </p:nvPr>
        </p:nvSpPr>
        <p:spPr>
          <a:xfrm>
            <a:off x="6740525" y="1409700"/>
            <a:ext cx="5448300" cy="5448300"/>
          </a:xfrm>
        </p:spPr>
        <p:txBody>
          <a:bodyPr/>
          <a:lstStyle/>
          <a:p>
            <a:r>
              <a:rPr lang="en-US"/>
              <a:t>Click icon to add picture</a:t>
            </a:r>
          </a:p>
        </p:txBody>
      </p:sp>
      <p:sp>
        <p:nvSpPr>
          <p:cNvPr id="6" name="Rectangle 5">
            <a:extLst>
              <a:ext uri="{FF2B5EF4-FFF2-40B4-BE49-F238E27FC236}">
                <a16:creationId xmlns:a16="http://schemas.microsoft.com/office/drawing/2014/main" id="{57B4F931-EDA8-4D82-BE6C-7968983D8C8E}"/>
              </a:ext>
              <a:ext uri="{C183D7F6-B498-43B3-948B-1728B52AA6E4}">
                <adec:decorative xmlns:adec="http://schemas.microsoft.com/office/drawing/2017/decorative" val="1"/>
              </a:ext>
            </a:extLst>
          </p:cNvPr>
          <p:cNvSpPr/>
          <p:nvPr userDrawn="1"/>
        </p:nvSpPr>
        <p:spPr>
          <a:xfrm>
            <a:off x="5364336" y="0"/>
            <a:ext cx="6824488" cy="4500134"/>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10" name="Picture 9">
            <a:extLst>
              <a:ext uri="{FF2B5EF4-FFF2-40B4-BE49-F238E27FC236}">
                <a16:creationId xmlns:a16="http://schemas.microsoft.com/office/drawing/2014/main" id="{1DB442D8-B018-2425-A610-447C6A15F75B}"/>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2" name="Picture 1">
            <a:extLst>
              <a:ext uri="{FF2B5EF4-FFF2-40B4-BE49-F238E27FC236}">
                <a16:creationId xmlns:a16="http://schemas.microsoft.com/office/drawing/2014/main" id="{6B5C2B28-A906-E013-CCD2-65DB89091CE8}"/>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355085068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Video/media_U!REKA">
    <p:spTree>
      <p:nvGrpSpPr>
        <p:cNvPr id="1" name=""/>
        <p:cNvGrpSpPr/>
        <p:nvPr/>
      </p:nvGrpSpPr>
      <p:grpSpPr>
        <a:xfrm>
          <a:off x="0" y="0"/>
          <a:ext cx="0" cy="0"/>
          <a:chOff x="0" y="0"/>
          <a:chExt cx="0" cy="0"/>
        </a:xfrm>
      </p:grpSpPr>
      <p:sp>
        <p:nvSpPr>
          <p:cNvPr id="8" name="Media Placeholder 7"/>
          <p:cNvSpPr>
            <a:spLocks noGrp="1"/>
          </p:cNvSpPr>
          <p:nvPr>
            <p:ph type="media" sz="quarter" idx="10"/>
          </p:nvPr>
        </p:nvSpPr>
        <p:spPr>
          <a:xfrm>
            <a:off x="2995399" y="1612706"/>
            <a:ext cx="6198027" cy="3182412"/>
          </a:xfrm>
        </p:spPr>
        <p:txBody>
          <a:bodyPr/>
          <a:lstStyle/>
          <a:p>
            <a:r>
              <a:rPr lang="en-US"/>
              <a:t>Click icon to add media</a:t>
            </a:r>
            <a:endParaRPr lang="fi-FI"/>
          </a:p>
        </p:txBody>
      </p:sp>
      <p:pic>
        <p:nvPicPr>
          <p:cNvPr id="6" name="Picture 5">
            <a:extLst>
              <a:ext uri="{FF2B5EF4-FFF2-40B4-BE49-F238E27FC236}">
                <a16:creationId xmlns:a16="http://schemas.microsoft.com/office/drawing/2014/main" id="{A46BE04B-FD03-B710-6F78-A304EF41ADBC}"/>
              </a:ext>
            </a:extLst>
          </p:cNvPr>
          <p:cNvPicPr>
            <a:picLocks noChangeAspect="1"/>
          </p:cNvPicPr>
          <p:nvPr userDrawn="1"/>
        </p:nvPicPr>
        <p:blipFill>
          <a:blip r:embed="rId2"/>
          <a:srcRect/>
          <a:stretch/>
        </p:blipFill>
        <p:spPr>
          <a:xfrm>
            <a:off x="360731" y="6064087"/>
            <a:ext cx="1965964" cy="502229"/>
          </a:xfrm>
          <a:prstGeom prst="rect">
            <a:avLst/>
          </a:prstGeom>
        </p:spPr>
      </p:pic>
      <p:pic>
        <p:nvPicPr>
          <p:cNvPr id="4" name="Picture 3">
            <a:extLst>
              <a:ext uri="{FF2B5EF4-FFF2-40B4-BE49-F238E27FC236}">
                <a16:creationId xmlns:a16="http://schemas.microsoft.com/office/drawing/2014/main" id="{B4A3FB4E-113B-F798-938F-8CAF3FBCF794}"/>
              </a:ext>
            </a:extLst>
          </p:cNvPr>
          <p:cNvPicPr>
            <a:picLocks noChangeAspect="1"/>
          </p:cNvPicPr>
          <p:nvPr userDrawn="1"/>
        </p:nvPicPr>
        <p:blipFill>
          <a:blip r:embed="rId3"/>
          <a:srcRect/>
          <a:stretch/>
        </p:blipFill>
        <p:spPr>
          <a:xfrm>
            <a:off x="2559133" y="5726617"/>
            <a:ext cx="1731586" cy="1223625"/>
          </a:xfrm>
          <a:prstGeom prst="rect">
            <a:avLst/>
          </a:prstGeom>
        </p:spPr>
      </p:pic>
    </p:spTree>
    <p:extLst>
      <p:ext uri="{BB962C8B-B14F-4D97-AF65-F5344CB8AC3E}">
        <p14:creationId xmlns:p14="http://schemas.microsoft.com/office/powerpoint/2010/main" val="19351576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End slide_U!REKA">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0"/>
            <a:ext cx="702000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sp>
        <p:nvSpPr>
          <p:cNvPr id="4" name="Title 3">
            <a:extLst>
              <a:ext uri="{FF2B5EF4-FFF2-40B4-BE49-F238E27FC236}">
                <a16:creationId xmlns:a16="http://schemas.microsoft.com/office/drawing/2014/main" id="{9D271381-893E-2149-BD87-35BAD7920ACB}"/>
              </a:ext>
            </a:extLst>
          </p:cNvPr>
          <p:cNvSpPr>
            <a:spLocks noGrp="1"/>
          </p:cNvSpPr>
          <p:nvPr>
            <p:ph type="title" hasCustomPrompt="1"/>
          </p:nvPr>
        </p:nvSpPr>
        <p:spPr>
          <a:xfrm>
            <a:off x="8184681" y="2222786"/>
            <a:ext cx="2852771" cy="1699927"/>
          </a:xfrm>
        </p:spPr>
        <p:txBody>
          <a:bodyPr/>
          <a:lstStyle>
            <a:lvl1pPr algn="r">
              <a:defRPr sz="3000">
                <a:solidFill>
                  <a:srgbClr val="5A5A5A"/>
                </a:solidFill>
              </a:defRPr>
            </a:lvl1pPr>
          </a:lstStyle>
          <a:p>
            <a:pPr lvl="0"/>
            <a:r>
              <a:rPr lang="en-US" dirty="0"/>
              <a:t>THANKS/</a:t>
            </a:r>
            <a:br>
              <a:rPr lang="en-US" dirty="0"/>
            </a:br>
            <a:r>
              <a:rPr lang="en-US" dirty="0"/>
              <a:t>CREDITS</a:t>
            </a:r>
          </a:p>
        </p:txBody>
      </p:sp>
      <p:pic>
        <p:nvPicPr>
          <p:cNvPr id="6" name="Picture 5">
            <a:extLst>
              <a:ext uri="{FF2B5EF4-FFF2-40B4-BE49-F238E27FC236}">
                <a16:creationId xmlns:a16="http://schemas.microsoft.com/office/drawing/2014/main" id="{B8D30B59-681C-244E-9E75-267CB2469C44}"/>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100" y="1177636"/>
            <a:ext cx="7023100" cy="5680364"/>
          </a:xfrm>
          <a:prstGeom prst="rect">
            <a:avLst/>
          </a:prstGeom>
        </p:spPr>
      </p:pic>
      <p:sp>
        <p:nvSpPr>
          <p:cNvPr id="7" name="Rectangle 6">
            <a:extLst>
              <a:ext uri="{FF2B5EF4-FFF2-40B4-BE49-F238E27FC236}">
                <a16:creationId xmlns:a16="http://schemas.microsoft.com/office/drawing/2014/main" id="{F5C4B1F0-B05C-4AC9-BCBB-EA1FD90A5EBF}"/>
              </a:ext>
              <a:ext uri="{C183D7F6-B498-43B3-948B-1728B52AA6E4}">
                <adec:decorative xmlns:adec="http://schemas.microsoft.com/office/drawing/2017/decorative" val="1"/>
              </a:ext>
            </a:extLst>
          </p:cNvPr>
          <p:cNvSpPr/>
          <p:nvPr userDrawn="1"/>
        </p:nvSpPr>
        <p:spPr>
          <a:xfrm>
            <a:off x="0" y="0"/>
            <a:ext cx="7020000" cy="6858000"/>
          </a:xfrm>
          <a:prstGeom prst="rect">
            <a:avLst/>
          </a:prstGeom>
          <a:solidFill>
            <a:srgbClr val="FF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6600"/>
              </a:solidFill>
            </a:endParaRPr>
          </a:p>
        </p:txBody>
      </p:sp>
      <p:pic>
        <p:nvPicPr>
          <p:cNvPr id="9" name="Picture 8">
            <a:extLst>
              <a:ext uri="{FF2B5EF4-FFF2-40B4-BE49-F238E27FC236}">
                <a16:creationId xmlns:a16="http://schemas.microsoft.com/office/drawing/2014/main" id="{F0B9DF37-1172-442C-A889-7718C52F2A7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100" y="1187575"/>
            <a:ext cx="7023100" cy="5680364"/>
          </a:xfrm>
          <a:prstGeom prst="rect">
            <a:avLst/>
          </a:prstGeom>
        </p:spPr>
      </p:pic>
      <p:pic>
        <p:nvPicPr>
          <p:cNvPr id="12" name="Picture 11">
            <a:extLst>
              <a:ext uri="{FF2B5EF4-FFF2-40B4-BE49-F238E27FC236}">
                <a16:creationId xmlns:a16="http://schemas.microsoft.com/office/drawing/2014/main" id="{F4DCE5E5-08DA-7E96-9ECF-CE982B3998EE}"/>
              </a:ext>
            </a:extLst>
          </p:cNvPr>
          <p:cNvPicPr>
            <a:picLocks noChangeAspect="1"/>
          </p:cNvPicPr>
          <p:nvPr userDrawn="1"/>
        </p:nvPicPr>
        <p:blipFill>
          <a:blip r:embed="rId3"/>
          <a:srcRect/>
          <a:stretch/>
        </p:blipFill>
        <p:spPr>
          <a:xfrm>
            <a:off x="9868906" y="6063194"/>
            <a:ext cx="1965964" cy="502229"/>
          </a:xfrm>
          <a:prstGeom prst="rect">
            <a:avLst/>
          </a:prstGeom>
        </p:spPr>
      </p:pic>
      <p:pic>
        <p:nvPicPr>
          <p:cNvPr id="3" name="Picture 2">
            <a:extLst>
              <a:ext uri="{FF2B5EF4-FFF2-40B4-BE49-F238E27FC236}">
                <a16:creationId xmlns:a16="http://schemas.microsoft.com/office/drawing/2014/main" id="{8C47C8F0-C7DF-1846-A5C5-2A484E4FDDDC}"/>
              </a:ext>
            </a:extLst>
          </p:cNvPr>
          <p:cNvPicPr>
            <a:picLocks noChangeAspect="1"/>
          </p:cNvPicPr>
          <p:nvPr userDrawn="1"/>
        </p:nvPicPr>
        <p:blipFill>
          <a:blip r:embed="rId4"/>
          <a:srcRect/>
          <a:stretch/>
        </p:blipFill>
        <p:spPr>
          <a:xfrm>
            <a:off x="7869047" y="5726617"/>
            <a:ext cx="1731586" cy="1223625"/>
          </a:xfrm>
          <a:prstGeom prst="rect">
            <a:avLst/>
          </a:prstGeom>
        </p:spPr>
      </p:pic>
    </p:spTree>
    <p:extLst>
      <p:ext uri="{BB962C8B-B14F-4D97-AF65-F5344CB8AC3E}">
        <p14:creationId xmlns:p14="http://schemas.microsoft.com/office/powerpoint/2010/main" val="278180599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10764265"/>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27" r:id="rId26"/>
    <p:sldLayoutId id="2147483728" r:id="rId27"/>
    <p:sldLayoutId id="2147483729" r:id="rId28"/>
    <p:sldLayoutId id="2147483730" r:id="rId29"/>
    <p:sldLayoutId id="2147483731" r:id="rId30"/>
    <p:sldLayoutId id="2147483732" r:id="rId31"/>
    <p:sldLayoutId id="2147483733" r:id="rId32"/>
    <p:sldLayoutId id="2147483734" r:id="rId33"/>
    <p:sldLayoutId id="2147483735" r:id="rId34"/>
    <p:sldLayoutId id="2147483736" r:id="rId35"/>
    <p:sldLayoutId id="2147483737" r:id="rId36"/>
    <p:sldLayoutId id="2147483738" r:id="rId37"/>
    <p:sldLayoutId id="2147483739" r:id="rId38"/>
    <p:sldLayoutId id="2147483740" r:id="rId39"/>
    <p:sldLayoutId id="2147483741" r:id="rId40"/>
    <p:sldLayoutId id="2147483742" r:id="rId41"/>
    <p:sldLayoutId id="2147483743" r:id="rId42"/>
    <p:sldLayoutId id="2147483744" r:id="rId43"/>
    <p:sldLayoutId id="2147483745" r:id="rId44"/>
    <p:sldLayoutId id="2147483746" r:id="rId45"/>
    <p:sldLayoutId id="2147483747" r:id="rId46"/>
    <p:sldLayoutId id="2147483748" r:id="rId47"/>
    <p:sldLayoutId id="2147483749" r:id="rId48"/>
    <p:sldLayoutId id="2147483750" r:id="rId49"/>
    <p:sldLayoutId id="2147483751" r:id="rId50"/>
    <p:sldLayoutId id="2147483752" r:id="rId51"/>
    <p:sldLayoutId id="2147483753" r:id="rId52"/>
    <p:sldLayoutId id="2147483754" r:id="rId53"/>
    <p:sldLayoutId id="2147483755" r:id="rId54"/>
  </p:sldLayoutIdLst>
  <p:txStyles>
    <p:titleStyle>
      <a:lvl1pPr algn="l" defTabSz="457200" rtl="0" eaLnBrk="1" latinLnBrk="0" hangingPunct="1">
        <a:spcBef>
          <a:spcPct val="0"/>
        </a:spcBef>
        <a:buNone/>
        <a:defRPr sz="4000" b="1" i="0" kern="1200">
          <a:solidFill>
            <a:srgbClr val="FF5000"/>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3200" kern="1200">
          <a:ln>
            <a:noFill/>
          </a:ln>
          <a:solidFill>
            <a:srgbClr val="53565A"/>
          </a:solidFill>
          <a:latin typeface="Arial"/>
          <a:ea typeface="+mn-ea"/>
          <a:cs typeface="Arial"/>
        </a:defRPr>
      </a:lvl1pPr>
      <a:lvl2pPr marL="742950" indent="-285750" algn="l" defTabSz="457200" rtl="0" eaLnBrk="1" latinLnBrk="0" hangingPunct="1">
        <a:spcBef>
          <a:spcPct val="20000"/>
        </a:spcBef>
        <a:buFont typeface="Arial"/>
        <a:buChar char="–"/>
        <a:defRPr sz="2800" kern="1200">
          <a:ln>
            <a:noFill/>
          </a:ln>
          <a:solidFill>
            <a:srgbClr val="53565A"/>
          </a:solidFill>
          <a:latin typeface="Arial"/>
          <a:ea typeface="+mn-ea"/>
          <a:cs typeface="Arial"/>
        </a:defRPr>
      </a:lvl2pPr>
      <a:lvl3pPr marL="1143000" indent="-228600" algn="l" defTabSz="457200" rtl="0" eaLnBrk="1" latinLnBrk="0" hangingPunct="1">
        <a:spcBef>
          <a:spcPct val="20000"/>
        </a:spcBef>
        <a:buFont typeface="Arial"/>
        <a:buChar char="•"/>
        <a:defRPr sz="2400" kern="1200">
          <a:ln>
            <a:noFill/>
          </a:ln>
          <a:solidFill>
            <a:srgbClr val="53565A"/>
          </a:solidFill>
          <a:latin typeface="Arial"/>
          <a:ea typeface="+mn-ea"/>
          <a:cs typeface="Arial"/>
        </a:defRPr>
      </a:lvl3pPr>
      <a:lvl4pPr marL="1600200" indent="-228600" algn="l" defTabSz="457200" rtl="0" eaLnBrk="1" latinLnBrk="0" hangingPunct="1">
        <a:spcBef>
          <a:spcPct val="20000"/>
        </a:spcBef>
        <a:buFont typeface="Arial"/>
        <a:buChar char="–"/>
        <a:defRPr sz="2000" kern="1200">
          <a:ln>
            <a:noFill/>
          </a:ln>
          <a:solidFill>
            <a:srgbClr val="53565A"/>
          </a:solidFill>
          <a:latin typeface="Arial"/>
          <a:ea typeface="+mn-ea"/>
          <a:cs typeface="Arial"/>
        </a:defRPr>
      </a:lvl4pPr>
      <a:lvl5pPr marL="2057400" indent="-228600" algn="l" defTabSz="457200" rtl="0" eaLnBrk="1" latinLnBrk="0" hangingPunct="1">
        <a:spcBef>
          <a:spcPct val="20000"/>
        </a:spcBef>
        <a:buFont typeface="Arial"/>
        <a:buChar char="»"/>
        <a:defRPr sz="2000" kern="1200">
          <a:ln>
            <a:noFill/>
          </a:ln>
          <a:solidFill>
            <a:srgbClr val="53565A"/>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ED003-4F2B-294F-8F1A-9714C15914D6}"/>
              </a:ext>
            </a:extLst>
          </p:cNvPr>
          <p:cNvSpPr>
            <a:spLocks noGrp="1"/>
          </p:cNvSpPr>
          <p:nvPr>
            <p:ph type="title"/>
          </p:nvPr>
        </p:nvSpPr>
        <p:spPr/>
        <p:txBody>
          <a:bodyPr/>
          <a:lstStyle/>
          <a:p>
            <a:r>
              <a:rPr lang="en-US" dirty="0"/>
              <a:t>CH3</a:t>
            </a:r>
            <a:br>
              <a:rPr lang="en-US" dirty="0"/>
            </a:br>
            <a:r>
              <a:rPr lang="en-US" dirty="0"/>
              <a:t>Lists (of nodes)</a:t>
            </a:r>
            <a:endParaRPr lang="en-FI" dirty="0"/>
          </a:p>
        </p:txBody>
      </p:sp>
    </p:spTree>
    <p:extLst>
      <p:ext uri="{BB962C8B-B14F-4D97-AF65-F5344CB8AC3E}">
        <p14:creationId xmlns:p14="http://schemas.microsoft.com/office/powerpoint/2010/main" val="4126226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0B331-9D8C-FA2B-3A99-D3CCF122A7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37AF5-633B-A573-AFE7-FE676D51A7BE}"/>
              </a:ext>
            </a:extLst>
          </p:cNvPr>
          <p:cNvSpPr>
            <a:spLocks noGrp="1"/>
          </p:cNvSpPr>
          <p:nvPr>
            <p:ph type="title"/>
          </p:nvPr>
        </p:nvSpPr>
        <p:spPr>
          <a:xfrm>
            <a:off x="2066924" y="103345"/>
            <a:ext cx="5470771" cy="1391855"/>
          </a:xfrm>
        </p:spPr>
        <p:txBody>
          <a:bodyPr/>
          <a:lstStyle/>
          <a:p>
            <a:r>
              <a:rPr lang="en-US" dirty="0"/>
              <a:t>Agenda</a:t>
            </a:r>
            <a:endParaRPr lang="en-FI" dirty="0"/>
          </a:p>
        </p:txBody>
      </p:sp>
      <p:sp>
        <p:nvSpPr>
          <p:cNvPr id="5" name="Rectangle 2">
            <a:extLst>
              <a:ext uri="{FF2B5EF4-FFF2-40B4-BE49-F238E27FC236}">
                <a16:creationId xmlns:a16="http://schemas.microsoft.com/office/drawing/2014/main" id="{42AF9EC7-0644-1E8D-A412-906137213EC9}"/>
              </a:ext>
            </a:extLst>
          </p:cNvPr>
          <p:cNvSpPr>
            <a:spLocks noGrp="1" noChangeArrowheads="1"/>
          </p:cNvSpPr>
          <p:nvPr>
            <p:ph idx="1"/>
          </p:nvPr>
        </p:nvSpPr>
        <p:spPr bwMode="auto">
          <a:xfrm>
            <a:off x="1984374" y="2494566"/>
            <a:ext cx="5041017" cy="1348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mj-lt"/>
              <a:buAutoNum type="arabicPeriod"/>
            </a:pPr>
            <a:r>
              <a:rPr lang="en-US" dirty="0"/>
              <a:t>List basics</a:t>
            </a:r>
          </a:p>
          <a:p>
            <a:pPr marL="457200" indent="-457200">
              <a:buFont typeface="+mj-lt"/>
              <a:buAutoNum type="arabicPeriod"/>
            </a:pPr>
            <a:r>
              <a:rPr lang="en-US" dirty="0"/>
              <a:t>Singly Linked Lists</a:t>
            </a:r>
          </a:p>
          <a:p>
            <a:pPr marL="457200" indent="-457200">
              <a:buFont typeface="+mj-lt"/>
              <a:buAutoNum type="arabicPeriod"/>
            </a:pPr>
            <a:r>
              <a:rPr lang="en-US" dirty="0"/>
              <a:t>Doubly Linked Lists</a:t>
            </a:r>
          </a:p>
        </p:txBody>
      </p:sp>
      <p:sp>
        <p:nvSpPr>
          <p:cNvPr id="6" name="Tekstiruutu 5">
            <a:extLst>
              <a:ext uri="{FF2B5EF4-FFF2-40B4-BE49-F238E27FC236}">
                <a16:creationId xmlns:a16="http://schemas.microsoft.com/office/drawing/2014/main" id="{1E18ABF9-A3FA-3E4D-D2B0-21142F0AC874}"/>
              </a:ext>
            </a:extLst>
          </p:cNvPr>
          <p:cNvSpPr txBox="1"/>
          <p:nvPr/>
        </p:nvSpPr>
        <p:spPr>
          <a:xfrm>
            <a:off x="6466330" y="4841994"/>
            <a:ext cx="4000500" cy="215444"/>
          </a:xfrm>
          <a:prstGeom prst="rect">
            <a:avLst/>
          </a:prstGeom>
          <a:noFill/>
        </p:spPr>
        <p:txBody>
          <a:bodyPr wrap="square" rtlCol="0">
            <a:spAutoFit/>
          </a:bodyPr>
          <a:lstStyle/>
          <a:p>
            <a:r>
              <a:rPr lang="en-US" sz="800" i="1" dirty="0">
                <a:solidFill>
                  <a:schemeClr val="bg2">
                    <a:lumMod val="60000"/>
                    <a:lumOff val="40000"/>
                  </a:schemeClr>
                </a:solidFill>
              </a:rPr>
              <a:t>Image: </a:t>
            </a:r>
            <a:r>
              <a:rPr lang="en-US" sz="800" i="1" dirty="0" err="1">
                <a:solidFill>
                  <a:schemeClr val="bg2">
                    <a:lumMod val="60000"/>
                    <a:lumOff val="40000"/>
                  </a:schemeClr>
                </a:solidFill>
              </a:rPr>
              <a:t>Pixabay</a:t>
            </a:r>
            <a:endParaRPr lang="en-FI" sz="800" i="1" dirty="0">
              <a:solidFill>
                <a:schemeClr val="bg2">
                  <a:lumMod val="60000"/>
                  <a:lumOff val="40000"/>
                </a:schemeClr>
              </a:solidFill>
            </a:endParaRPr>
          </a:p>
        </p:txBody>
      </p:sp>
      <p:pic>
        <p:nvPicPr>
          <p:cNvPr id="4" name="Kuva 3">
            <a:extLst>
              <a:ext uri="{FF2B5EF4-FFF2-40B4-BE49-F238E27FC236}">
                <a16:creationId xmlns:a16="http://schemas.microsoft.com/office/drawing/2014/main" id="{CABE51A3-B016-7FFF-F089-D2C5C8E1079D}"/>
              </a:ext>
            </a:extLst>
          </p:cNvPr>
          <p:cNvPicPr>
            <a:picLocks noChangeAspect="1"/>
          </p:cNvPicPr>
          <p:nvPr/>
        </p:nvPicPr>
        <p:blipFill>
          <a:blip r:embed="rId3"/>
          <a:stretch>
            <a:fillRect/>
          </a:stretch>
        </p:blipFill>
        <p:spPr>
          <a:xfrm>
            <a:off x="6515100" y="1962151"/>
            <a:ext cx="5119723" cy="2879844"/>
          </a:xfrm>
          <a:prstGeom prst="rect">
            <a:avLst/>
          </a:prstGeom>
        </p:spPr>
      </p:pic>
    </p:spTree>
    <p:extLst>
      <p:ext uri="{BB962C8B-B14F-4D97-AF65-F5344CB8AC3E}">
        <p14:creationId xmlns:p14="http://schemas.microsoft.com/office/powerpoint/2010/main" val="695312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B8727-4001-19D5-E24A-2D2C37E16009}"/>
            </a:ext>
          </a:extLst>
        </p:cNvPr>
        <p:cNvGrpSpPr/>
        <p:nvPr/>
      </p:nvGrpSpPr>
      <p:grpSpPr>
        <a:xfrm>
          <a:off x="0" y="0"/>
          <a:ext cx="0" cy="0"/>
          <a:chOff x="0" y="0"/>
          <a:chExt cx="0" cy="0"/>
        </a:xfrm>
      </p:grpSpPr>
      <p:sp>
        <p:nvSpPr>
          <p:cNvPr id="2" name="Sisällön paikkamerkki 1">
            <a:extLst>
              <a:ext uri="{FF2B5EF4-FFF2-40B4-BE49-F238E27FC236}">
                <a16:creationId xmlns:a16="http://schemas.microsoft.com/office/drawing/2014/main" id="{7D8612A9-2A4F-10EF-FBBA-51315BD4233E}"/>
              </a:ext>
            </a:extLst>
          </p:cNvPr>
          <p:cNvSpPr>
            <a:spLocks noGrp="1"/>
          </p:cNvSpPr>
          <p:nvPr>
            <p:ph idx="1"/>
          </p:nvPr>
        </p:nvSpPr>
        <p:spPr>
          <a:xfrm>
            <a:off x="5796167" y="1363418"/>
            <a:ext cx="5780741" cy="4953000"/>
          </a:xfrm>
        </p:spPr>
        <p:txBody>
          <a:bodyPr/>
          <a:lstStyle/>
          <a:p>
            <a:pPr marL="342900" indent="-342900">
              <a:buFont typeface="Arial" panose="020B0604020202020204" pitchFamily="34" charset="0"/>
              <a:buChar char="•"/>
            </a:pPr>
            <a:r>
              <a:rPr lang="en-US" dirty="0"/>
              <a:t>= usually a set of elements one after another.</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b="1" dirty="0">
                <a:solidFill>
                  <a:srgbClr val="FF0000"/>
                </a:solidFill>
              </a:rPr>
              <a:t>Indexed</a:t>
            </a:r>
            <a:r>
              <a:rPr lang="en-US" dirty="0"/>
              <a:t>, so we can access elements by their index</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In programming: List is usually a list of </a:t>
            </a:r>
            <a:r>
              <a:rPr lang="en-US" b="1" dirty="0">
                <a:solidFill>
                  <a:srgbClr val="FF0000"/>
                </a:solidFill>
              </a:rPr>
              <a:t>nodes</a:t>
            </a:r>
            <a:r>
              <a:rPr lang="en-US" dirty="0"/>
              <a:t>, a concrete data structure with rules.</a:t>
            </a:r>
          </a:p>
        </p:txBody>
      </p:sp>
      <p:sp>
        <p:nvSpPr>
          <p:cNvPr id="4" name="Tekstiruutu 3">
            <a:extLst>
              <a:ext uri="{FF2B5EF4-FFF2-40B4-BE49-F238E27FC236}">
                <a16:creationId xmlns:a16="http://schemas.microsoft.com/office/drawing/2014/main" id="{F6AF2204-09EB-C2BB-B2A3-BD1A6F1DDF7A}"/>
              </a:ext>
            </a:extLst>
          </p:cNvPr>
          <p:cNvSpPr txBox="1"/>
          <p:nvPr/>
        </p:nvSpPr>
        <p:spPr>
          <a:xfrm>
            <a:off x="5796168" y="544790"/>
            <a:ext cx="5780741" cy="523220"/>
          </a:xfrm>
          <a:prstGeom prst="rect">
            <a:avLst/>
          </a:prstGeom>
          <a:noFill/>
        </p:spPr>
        <p:txBody>
          <a:bodyPr wrap="square" rtlCol="0">
            <a:spAutoFit/>
          </a:bodyPr>
          <a:lstStyle/>
          <a:p>
            <a:r>
              <a:rPr lang="en-US" sz="2800" b="1" dirty="0">
                <a:solidFill>
                  <a:schemeClr val="tx2"/>
                </a:solidFill>
              </a:rPr>
              <a:t>1. List Basics</a:t>
            </a:r>
            <a:endParaRPr lang="en-FI" sz="2800" b="1" dirty="0">
              <a:solidFill>
                <a:schemeClr val="tx2"/>
              </a:solidFill>
            </a:endParaRPr>
          </a:p>
        </p:txBody>
      </p:sp>
      <p:sp>
        <p:nvSpPr>
          <p:cNvPr id="3" name="Rectangle 1">
            <a:extLst>
              <a:ext uri="{FF2B5EF4-FFF2-40B4-BE49-F238E27FC236}">
                <a16:creationId xmlns:a16="http://schemas.microsoft.com/office/drawing/2014/main" id="{B69FE1B8-B11A-15CA-6079-9F34DE34E9B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FI" altLang="en-FI" sz="1800" b="0" i="0" u="none" strike="noStrike" cap="none" normalizeH="0" baseline="0" dirty="0">
              <a:ln>
                <a:noFill/>
              </a:ln>
              <a:solidFill>
                <a:schemeClr val="tx1"/>
              </a:solidFill>
              <a:effectLst/>
              <a:latin typeface="Arial" panose="020B0604020202020204" pitchFamily="34" charset="0"/>
            </a:endParaRPr>
          </a:p>
        </p:txBody>
      </p:sp>
      <p:sp>
        <p:nvSpPr>
          <p:cNvPr id="8" name="Tekstiruutu 7">
            <a:extLst>
              <a:ext uri="{FF2B5EF4-FFF2-40B4-BE49-F238E27FC236}">
                <a16:creationId xmlns:a16="http://schemas.microsoft.com/office/drawing/2014/main" id="{8D76D8FC-32E0-E65C-9484-079A9F67F0D7}"/>
              </a:ext>
            </a:extLst>
          </p:cNvPr>
          <p:cNvSpPr txBox="1"/>
          <p:nvPr/>
        </p:nvSpPr>
        <p:spPr>
          <a:xfrm>
            <a:off x="0" y="5666154"/>
            <a:ext cx="4000500" cy="215444"/>
          </a:xfrm>
          <a:prstGeom prst="rect">
            <a:avLst/>
          </a:prstGeom>
          <a:noFill/>
        </p:spPr>
        <p:txBody>
          <a:bodyPr wrap="square" rtlCol="0">
            <a:spAutoFit/>
          </a:bodyPr>
          <a:lstStyle/>
          <a:p>
            <a:r>
              <a:rPr lang="en-US" sz="800" i="1" dirty="0">
                <a:solidFill>
                  <a:schemeClr val="tx2"/>
                </a:solidFill>
              </a:rPr>
              <a:t>Image from </a:t>
            </a:r>
            <a:r>
              <a:rPr lang="en-US" sz="800" i="1" dirty="0" err="1">
                <a:solidFill>
                  <a:schemeClr val="tx2"/>
                </a:solidFill>
              </a:rPr>
              <a:t>Pixabay</a:t>
            </a:r>
            <a:endParaRPr lang="en-FI" sz="800" i="1" dirty="0">
              <a:solidFill>
                <a:schemeClr val="tx2"/>
              </a:solidFill>
            </a:endParaRPr>
          </a:p>
        </p:txBody>
      </p:sp>
      <p:pic>
        <p:nvPicPr>
          <p:cNvPr id="11" name="Kuvan paikkamerkki 10">
            <a:extLst>
              <a:ext uri="{FF2B5EF4-FFF2-40B4-BE49-F238E27FC236}">
                <a16:creationId xmlns:a16="http://schemas.microsoft.com/office/drawing/2014/main" id="{AA84DA14-9EFE-33D2-31F2-7138D19C1710}"/>
              </a:ext>
            </a:extLst>
          </p:cNvPr>
          <p:cNvPicPr>
            <a:picLocks noGrp="1" noChangeAspect="1"/>
          </p:cNvPicPr>
          <p:nvPr>
            <p:ph type="pic" sz="quarter" idx="12"/>
          </p:nvPr>
        </p:nvPicPr>
        <p:blipFill>
          <a:blip r:embed="rId3"/>
          <a:srcRect l="24310" r="24310"/>
          <a:stretch>
            <a:fillRect/>
          </a:stretch>
        </p:blipFill>
        <p:spPr/>
      </p:pic>
    </p:spTree>
    <p:extLst>
      <p:ext uri="{BB962C8B-B14F-4D97-AF65-F5344CB8AC3E}">
        <p14:creationId xmlns:p14="http://schemas.microsoft.com/office/powerpoint/2010/main" val="1132512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A73F8-AADF-BE51-5480-7DD66BF28187}"/>
            </a:ext>
          </a:extLst>
        </p:cNvPr>
        <p:cNvGrpSpPr/>
        <p:nvPr/>
      </p:nvGrpSpPr>
      <p:grpSpPr>
        <a:xfrm>
          <a:off x="0" y="0"/>
          <a:ext cx="0" cy="0"/>
          <a:chOff x="0" y="0"/>
          <a:chExt cx="0" cy="0"/>
        </a:xfrm>
      </p:grpSpPr>
      <p:sp>
        <p:nvSpPr>
          <p:cNvPr id="2" name="Sisällön paikkamerkki 1">
            <a:extLst>
              <a:ext uri="{FF2B5EF4-FFF2-40B4-BE49-F238E27FC236}">
                <a16:creationId xmlns:a16="http://schemas.microsoft.com/office/drawing/2014/main" id="{95953136-24AC-1871-807B-60F26645BCE1}"/>
              </a:ext>
            </a:extLst>
          </p:cNvPr>
          <p:cNvSpPr>
            <a:spLocks noGrp="1"/>
          </p:cNvSpPr>
          <p:nvPr>
            <p:ph idx="1"/>
          </p:nvPr>
        </p:nvSpPr>
        <p:spPr>
          <a:xfrm>
            <a:off x="5796168" y="1380559"/>
            <a:ext cx="5780741" cy="4763540"/>
          </a:xfrm>
        </p:spPr>
        <p:txBody>
          <a:bodyPr/>
          <a:lstStyle/>
          <a:p>
            <a:pPr marL="342900" indent="-342900">
              <a:buFont typeface="Arial" panose="020B0604020202020204" pitchFamily="34" charset="0"/>
              <a:buChar char="•"/>
            </a:pPr>
            <a:r>
              <a:rPr lang="en-US" b="1" dirty="0">
                <a:solidFill>
                  <a:schemeClr val="tx2"/>
                </a:solidFill>
              </a:rPr>
              <a:t>Nodes</a:t>
            </a:r>
          </a:p>
          <a:p>
            <a:pPr marL="1085850" lvl="1" indent="-342900">
              <a:buFont typeface="Arial" panose="020B0604020202020204" pitchFamily="34" charset="0"/>
              <a:buChar char="•"/>
            </a:pPr>
            <a:r>
              <a:rPr lang="en-US" dirty="0"/>
              <a:t>Used to store data in Linked Lists</a:t>
            </a:r>
          </a:p>
          <a:p>
            <a:pPr marL="1085850" lvl="1" indent="-342900">
              <a:buFont typeface="Arial" panose="020B0604020202020204" pitchFamily="34" charset="0"/>
              <a:buChar char="•"/>
            </a:pPr>
            <a:r>
              <a:rPr lang="en-US" dirty="0"/>
              <a:t>Pointer to the next node</a:t>
            </a:r>
          </a:p>
          <a:p>
            <a:pPr marL="1085850" lvl="1" indent="-342900">
              <a:buFont typeface="Arial" panose="020B0604020202020204" pitchFamily="34" charset="0"/>
              <a:buChar char="•"/>
            </a:pPr>
            <a:r>
              <a:rPr lang="en-US" dirty="0"/>
              <a:t>Last node points to NULL (None in Python)</a:t>
            </a:r>
          </a:p>
          <a:p>
            <a:pPr marL="342900" indent="-342900">
              <a:buFont typeface="Arial" panose="020B0604020202020204" pitchFamily="34" charset="0"/>
              <a:buChar char="•"/>
            </a:pPr>
            <a:r>
              <a:rPr lang="en-US" b="1" dirty="0">
                <a:solidFill>
                  <a:schemeClr val="tx2"/>
                </a:solidFill>
              </a:rPr>
              <a:t>Pointer Structures</a:t>
            </a:r>
          </a:p>
          <a:p>
            <a:pPr marL="1085850" lvl="1" indent="-342900">
              <a:buFont typeface="Arial" panose="020B0604020202020204" pitchFamily="34" charset="0"/>
              <a:buChar char="•"/>
            </a:pPr>
            <a:r>
              <a:rPr lang="en-US" dirty="0"/>
              <a:t>More in future chapters!</a:t>
            </a:r>
          </a:p>
        </p:txBody>
      </p:sp>
      <p:sp>
        <p:nvSpPr>
          <p:cNvPr id="4" name="Tekstiruutu 3">
            <a:extLst>
              <a:ext uri="{FF2B5EF4-FFF2-40B4-BE49-F238E27FC236}">
                <a16:creationId xmlns:a16="http://schemas.microsoft.com/office/drawing/2014/main" id="{A18977A2-4589-B59B-D169-A528E5E2EA26}"/>
              </a:ext>
            </a:extLst>
          </p:cNvPr>
          <p:cNvSpPr txBox="1"/>
          <p:nvPr/>
        </p:nvSpPr>
        <p:spPr>
          <a:xfrm>
            <a:off x="5796168" y="544790"/>
            <a:ext cx="5780741" cy="523220"/>
          </a:xfrm>
          <a:prstGeom prst="rect">
            <a:avLst/>
          </a:prstGeom>
          <a:noFill/>
        </p:spPr>
        <p:txBody>
          <a:bodyPr wrap="square" rtlCol="0">
            <a:spAutoFit/>
          </a:bodyPr>
          <a:lstStyle/>
          <a:p>
            <a:r>
              <a:rPr lang="en-US" sz="2800" b="1" dirty="0">
                <a:solidFill>
                  <a:schemeClr val="tx2"/>
                </a:solidFill>
              </a:rPr>
              <a:t>2. Singly Linked Lists</a:t>
            </a:r>
            <a:endParaRPr lang="en-FI" sz="2800" b="1" dirty="0">
              <a:solidFill>
                <a:schemeClr val="tx2"/>
              </a:solidFill>
            </a:endParaRPr>
          </a:p>
        </p:txBody>
      </p:sp>
      <p:pic>
        <p:nvPicPr>
          <p:cNvPr id="1026" name="Picture 2" descr="Basic Terminologies of Linked List - GeeksforGeeks">
            <a:extLst>
              <a:ext uri="{FF2B5EF4-FFF2-40B4-BE49-F238E27FC236}">
                <a16:creationId xmlns:a16="http://schemas.microsoft.com/office/drawing/2014/main" id="{22873C9D-64F8-D31D-D6A0-73F6F6ED4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0576" y="3709560"/>
            <a:ext cx="8731250" cy="2172038"/>
          </a:xfrm>
          <a:prstGeom prst="rect">
            <a:avLst/>
          </a:prstGeom>
          <a:noFill/>
          <a:extLst>
            <a:ext uri="{909E8E84-426E-40DD-AFC4-6F175D3DCCD1}">
              <a14:hiddenFill xmlns:a14="http://schemas.microsoft.com/office/drawing/2010/main">
                <a:solidFill>
                  <a:srgbClr val="FFFFFF"/>
                </a:solidFill>
              </a14:hiddenFill>
            </a:ext>
          </a:extLst>
        </p:spPr>
      </p:pic>
      <p:sp>
        <p:nvSpPr>
          <p:cNvPr id="3" name="Tekstiruutu 2">
            <a:extLst>
              <a:ext uri="{FF2B5EF4-FFF2-40B4-BE49-F238E27FC236}">
                <a16:creationId xmlns:a16="http://schemas.microsoft.com/office/drawing/2014/main" id="{87EBBE7D-B009-40E1-D2AF-1503DC2C3C00}"/>
              </a:ext>
            </a:extLst>
          </p:cNvPr>
          <p:cNvSpPr txBox="1"/>
          <p:nvPr/>
        </p:nvSpPr>
        <p:spPr>
          <a:xfrm>
            <a:off x="5183618" y="5881598"/>
            <a:ext cx="4000500" cy="215444"/>
          </a:xfrm>
          <a:prstGeom prst="rect">
            <a:avLst/>
          </a:prstGeom>
          <a:noFill/>
        </p:spPr>
        <p:txBody>
          <a:bodyPr wrap="square" rtlCol="0">
            <a:spAutoFit/>
          </a:bodyPr>
          <a:lstStyle/>
          <a:p>
            <a:r>
              <a:rPr lang="en-US" sz="800" i="1" dirty="0">
                <a:solidFill>
                  <a:schemeClr val="tx2"/>
                </a:solidFill>
              </a:rPr>
              <a:t>Image from Geeks for Geeks</a:t>
            </a:r>
            <a:endParaRPr lang="en-FI" sz="800" i="1" dirty="0">
              <a:solidFill>
                <a:schemeClr val="tx2"/>
              </a:solidFill>
            </a:endParaRPr>
          </a:p>
        </p:txBody>
      </p:sp>
      <p:pic>
        <p:nvPicPr>
          <p:cNvPr id="1028" name="Picture 4">
            <a:extLst>
              <a:ext uri="{FF2B5EF4-FFF2-40B4-BE49-F238E27FC236}">
                <a16:creationId xmlns:a16="http://schemas.microsoft.com/office/drawing/2014/main" id="{DBEC19EC-C89B-EFAD-A40D-B92ABEDD66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6" y="1702071"/>
            <a:ext cx="5194714" cy="1726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227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E923-3A4B-D2ED-BC1C-30C931F16BB2}"/>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41809A66-A9A3-9C6C-2401-FABA59104B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76402"/>
            <a:ext cx="5439285" cy="2022425"/>
          </a:xfrm>
          <a:prstGeom prst="rect">
            <a:avLst/>
          </a:prstGeom>
          <a:noFill/>
          <a:extLst>
            <a:ext uri="{909E8E84-426E-40DD-AFC4-6F175D3DCCD1}">
              <a14:hiddenFill xmlns:a14="http://schemas.microsoft.com/office/drawing/2010/main">
                <a:solidFill>
                  <a:srgbClr val="FFFFFF"/>
                </a:solidFill>
              </a14:hiddenFill>
            </a:ext>
          </a:extLst>
        </p:spPr>
      </p:pic>
      <p:sp>
        <p:nvSpPr>
          <p:cNvPr id="2" name="Sisällön paikkamerkki 1">
            <a:extLst>
              <a:ext uri="{FF2B5EF4-FFF2-40B4-BE49-F238E27FC236}">
                <a16:creationId xmlns:a16="http://schemas.microsoft.com/office/drawing/2014/main" id="{19CFFBF3-18E9-8F7A-FDE9-DE80921BD6E9}"/>
              </a:ext>
            </a:extLst>
          </p:cNvPr>
          <p:cNvSpPr>
            <a:spLocks noGrp="1"/>
          </p:cNvSpPr>
          <p:nvPr>
            <p:ph idx="1"/>
          </p:nvPr>
        </p:nvSpPr>
        <p:spPr>
          <a:xfrm>
            <a:off x="5796168" y="1266259"/>
            <a:ext cx="5780741" cy="4763540"/>
          </a:xfrm>
        </p:spPr>
        <p:txBody>
          <a:bodyPr/>
          <a:lstStyle/>
          <a:p>
            <a:pPr marL="342900" indent="-342900">
              <a:buFont typeface="Arial" panose="020B0604020202020204" pitchFamily="34" charset="0"/>
              <a:buChar char="•"/>
            </a:pPr>
            <a:r>
              <a:rPr lang="en-US" dirty="0"/>
              <a:t>Turn to the Moodle environment and </a:t>
            </a:r>
            <a:r>
              <a:rPr lang="en-US" b="1" dirty="0"/>
              <a:t>complete exercise 1 </a:t>
            </a:r>
            <a:r>
              <a:rPr lang="en-US" dirty="0"/>
              <a:t>of the 3rd chapter, where you will have to implement a pop method.</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dirty="0"/>
              <a:t>To remove the last element/node, the node before it has to be located, because its next field has to be updated to </a:t>
            </a:r>
            <a:r>
              <a:rPr lang="en-US" i="1" dirty="0"/>
              <a:t>None</a:t>
            </a:r>
            <a:r>
              <a:rPr lang="en-US" dirty="0"/>
              <a:t>. (picture 1.)</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When the list has only one node, the head has to be updated. (picture 2.)</a:t>
            </a:r>
            <a:endParaRPr lang="en-US" b="1" dirty="0"/>
          </a:p>
        </p:txBody>
      </p:sp>
      <p:sp>
        <p:nvSpPr>
          <p:cNvPr id="4" name="Tekstiruutu 3">
            <a:extLst>
              <a:ext uri="{FF2B5EF4-FFF2-40B4-BE49-F238E27FC236}">
                <a16:creationId xmlns:a16="http://schemas.microsoft.com/office/drawing/2014/main" id="{F9E4BB99-4363-10EC-50A2-23A6B60344D1}"/>
              </a:ext>
            </a:extLst>
          </p:cNvPr>
          <p:cNvSpPr txBox="1"/>
          <p:nvPr/>
        </p:nvSpPr>
        <p:spPr>
          <a:xfrm>
            <a:off x="5796168" y="544790"/>
            <a:ext cx="5780741" cy="523220"/>
          </a:xfrm>
          <a:prstGeom prst="rect">
            <a:avLst/>
          </a:prstGeom>
          <a:noFill/>
        </p:spPr>
        <p:txBody>
          <a:bodyPr wrap="square" rtlCol="0">
            <a:spAutoFit/>
          </a:bodyPr>
          <a:lstStyle/>
          <a:p>
            <a:r>
              <a:rPr lang="en-US" sz="2800" b="1" dirty="0">
                <a:solidFill>
                  <a:schemeClr val="tx2"/>
                </a:solidFill>
              </a:rPr>
              <a:t>2.1. Practice time!</a:t>
            </a:r>
            <a:endParaRPr lang="en-FI" sz="2800" b="1" dirty="0">
              <a:solidFill>
                <a:schemeClr val="tx2"/>
              </a:solidFill>
            </a:endParaRPr>
          </a:p>
        </p:txBody>
      </p:sp>
      <p:sp>
        <p:nvSpPr>
          <p:cNvPr id="6" name="Tekstiruutu 5">
            <a:extLst>
              <a:ext uri="{FF2B5EF4-FFF2-40B4-BE49-F238E27FC236}">
                <a16:creationId xmlns:a16="http://schemas.microsoft.com/office/drawing/2014/main" id="{78D706F7-197E-B4E9-22AA-7F71F3B209CF}"/>
              </a:ext>
            </a:extLst>
          </p:cNvPr>
          <p:cNvSpPr txBox="1"/>
          <p:nvPr/>
        </p:nvSpPr>
        <p:spPr>
          <a:xfrm>
            <a:off x="0" y="2783383"/>
            <a:ext cx="4000500" cy="215444"/>
          </a:xfrm>
          <a:prstGeom prst="rect">
            <a:avLst/>
          </a:prstGeom>
          <a:noFill/>
        </p:spPr>
        <p:txBody>
          <a:bodyPr wrap="square" rtlCol="0">
            <a:spAutoFit/>
          </a:bodyPr>
          <a:lstStyle/>
          <a:p>
            <a:r>
              <a:rPr lang="en-US" sz="800" i="1" dirty="0">
                <a:solidFill>
                  <a:schemeClr val="tx2"/>
                </a:solidFill>
              </a:rPr>
              <a:t>Picture 1.</a:t>
            </a:r>
            <a:endParaRPr lang="en-FI" sz="800" i="1" dirty="0">
              <a:solidFill>
                <a:schemeClr val="tx2"/>
              </a:solidFill>
            </a:endParaRPr>
          </a:p>
        </p:txBody>
      </p:sp>
      <p:pic>
        <p:nvPicPr>
          <p:cNvPr id="2052" name="Picture 4">
            <a:extLst>
              <a:ext uri="{FF2B5EF4-FFF2-40B4-BE49-F238E27FC236}">
                <a16:creationId xmlns:a16="http://schemas.microsoft.com/office/drawing/2014/main" id="{BEF240D7-4747-B1BE-7D1C-E01038576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31184"/>
            <a:ext cx="5205413" cy="2082165"/>
          </a:xfrm>
          <a:prstGeom prst="rect">
            <a:avLst/>
          </a:prstGeom>
          <a:noFill/>
          <a:extLst>
            <a:ext uri="{909E8E84-426E-40DD-AFC4-6F175D3DCCD1}">
              <a14:hiddenFill xmlns:a14="http://schemas.microsoft.com/office/drawing/2010/main">
                <a:solidFill>
                  <a:srgbClr val="FFFFFF"/>
                </a:solidFill>
              </a14:hiddenFill>
            </a:ext>
          </a:extLst>
        </p:spPr>
      </p:pic>
      <p:sp>
        <p:nvSpPr>
          <p:cNvPr id="7" name="Tekstiruutu 6">
            <a:extLst>
              <a:ext uri="{FF2B5EF4-FFF2-40B4-BE49-F238E27FC236}">
                <a16:creationId xmlns:a16="http://schemas.microsoft.com/office/drawing/2014/main" id="{B87B31D0-B3D6-73B5-8879-D12DEA94495C}"/>
              </a:ext>
            </a:extLst>
          </p:cNvPr>
          <p:cNvSpPr txBox="1"/>
          <p:nvPr/>
        </p:nvSpPr>
        <p:spPr>
          <a:xfrm>
            <a:off x="0" y="4997905"/>
            <a:ext cx="4000500" cy="215444"/>
          </a:xfrm>
          <a:prstGeom prst="rect">
            <a:avLst/>
          </a:prstGeom>
          <a:noFill/>
        </p:spPr>
        <p:txBody>
          <a:bodyPr wrap="square" rtlCol="0">
            <a:spAutoFit/>
          </a:bodyPr>
          <a:lstStyle/>
          <a:p>
            <a:r>
              <a:rPr lang="en-US" sz="800" i="1" dirty="0">
                <a:solidFill>
                  <a:schemeClr val="tx2"/>
                </a:solidFill>
              </a:rPr>
              <a:t>Picture 2.</a:t>
            </a:r>
            <a:endParaRPr lang="en-FI" sz="800" i="1" dirty="0">
              <a:solidFill>
                <a:schemeClr val="tx2"/>
              </a:solidFill>
            </a:endParaRPr>
          </a:p>
        </p:txBody>
      </p:sp>
    </p:spTree>
    <p:extLst>
      <p:ext uri="{BB962C8B-B14F-4D97-AF65-F5344CB8AC3E}">
        <p14:creationId xmlns:p14="http://schemas.microsoft.com/office/powerpoint/2010/main" val="1687806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6777247-2D97-01B1-82D8-B938B34D88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709" y="916471"/>
            <a:ext cx="11170003" cy="4516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662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3ED07-8878-7F1C-9910-E879B3C43678}"/>
            </a:ext>
          </a:extLst>
        </p:cNvPr>
        <p:cNvGrpSpPr/>
        <p:nvPr/>
      </p:nvGrpSpPr>
      <p:grpSpPr>
        <a:xfrm>
          <a:off x="0" y="0"/>
          <a:ext cx="0" cy="0"/>
          <a:chOff x="0" y="0"/>
          <a:chExt cx="0" cy="0"/>
        </a:xfrm>
      </p:grpSpPr>
      <p:pic>
        <p:nvPicPr>
          <p:cNvPr id="3078" name="Picture 6">
            <a:extLst>
              <a:ext uri="{FF2B5EF4-FFF2-40B4-BE49-F238E27FC236}">
                <a16:creationId xmlns:a16="http://schemas.microsoft.com/office/drawing/2014/main" id="{E8EE19E8-F4F2-B079-B02D-787EAD84F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443373"/>
            <a:ext cx="5251450" cy="178149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15FCFFAD-0AD7-7077-E635-498F8D9B6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39945"/>
            <a:ext cx="5329600" cy="177811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C99BC889-98A8-72D8-744B-72B7AB0336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44790"/>
            <a:ext cx="5251450" cy="1809363"/>
          </a:xfrm>
          <a:prstGeom prst="rect">
            <a:avLst/>
          </a:prstGeom>
          <a:noFill/>
          <a:extLst>
            <a:ext uri="{909E8E84-426E-40DD-AFC4-6F175D3DCCD1}">
              <a14:hiddenFill xmlns:a14="http://schemas.microsoft.com/office/drawing/2010/main">
                <a:solidFill>
                  <a:srgbClr val="FFFFFF"/>
                </a:solidFill>
              </a14:hiddenFill>
            </a:ext>
          </a:extLst>
        </p:spPr>
      </p:pic>
      <p:sp>
        <p:nvSpPr>
          <p:cNvPr id="2" name="Sisällön paikkamerkki 1">
            <a:extLst>
              <a:ext uri="{FF2B5EF4-FFF2-40B4-BE49-F238E27FC236}">
                <a16:creationId xmlns:a16="http://schemas.microsoft.com/office/drawing/2014/main" id="{97D01D5C-6F3B-3237-7A38-8AB90F8F992C}"/>
              </a:ext>
            </a:extLst>
          </p:cNvPr>
          <p:cNvSpPr>
            <a:spLocks noGrp="1"/>
          </p:cNvSpPr>
          <p:nvPr>
            <p:ph idx="1"/>
          </p:nvPr>
        </p:nvSpPr>
        <p:spPr>
          <a:xfrm>
            <a:off x="5796168" y="1266259"/>
            <a:ext cx="5780741" cy="4763540"/>
          </a:xfrm>
        </p:spPr>
        <p:txBody>
          <a:bodyPr/>
          <a:lstStyle/>
          <a:p>
            <a:pPr marL="342900" indent="-342900">
              <a:buFont typeface="Arial" panose="020B0604020202020204" pitchFamily="34" charset="0"/>
              <a:buChar char="•"/>
            </a:pPr>
            <a:r>
              <a:rPr lang="en-US" dirty="0"/>
              <a:t>End of the list is called ‘Tail’</a:t>
            </a:r>
          </a:p>
          <a:p>
            <a:pPr marL="342900" indent="-342900">
              <a:buFont typeface="Arial" panose="020B0604020202020204" pitchFamily="34" charset="0"/>
              <a:buChar char="•"/>
            </a:pPr>
            <a:r>
              <a:rPr lang="en-US" dirty="0"/>
              <a:t>Size property + pointer to last element</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Time to practice! Moodle CH3 Ex 2.</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In this case we want to implement the pop method, and same as before, apart from deleting the last node, it has to update the pointer of the node before the last one and change the tail pointer to this node.</a:t>
            </a:r>
          </a:p>
        </p:txBody>
      </p:sp>
      <p:sp>
        <p:nvSpPr>
          <p:cNvPr id="4" name="Tekstiruutu 3">
            <a:extLst>
              <a:ext uri="{FF2B5EF4-FFF2-40B4-BE49-F238E27FC236}">
                <a16:creationId xmlns:a16="http://schemas.microsoft.com/office/drawing/2014/main" id="{B6C6A530-A362-114E-F69F-1F353649CCFA}"/>
              </a:ext>
            </a:extLst>
          </p:cNvPr>
          <p:cNvSpPr txBox="1"/>
          <p:nvPr/>
        </p:nvSpPr>
        <p:spPr>
          <a:xfrm>
            <a:off x="5796168" y="544790"/>
            <a:ext cx="5780741" cy="523220"/>
          </a:xfrm>
          <a:prstGeom prst="rect">
            <a:avLst/>
          </a:prstGeom>
          <a:noFill/>
        </p:spPr>
        <p:txBody>
          <a:bodyPr wrap="square" rtlCol="0">
            <a:spAutoFit/>
          </a:bodyPr>
          <a:lstStyle/>
          <a:p>
            <a:r>
              <a:rPr lang="en-US" sz="2800" b="1" dirty="0">
                <a:solidFill>
                  <a:schemeClr val="tx2"/>
                </a:solidFill>
              </a:rPr>
              <a:t>2.1. Singly Linked List with Tail</a:t>
            </a:r>
            <a:endParaRPr lang="en-FI" sz="2800" b="1" dirty="0">
              <a:solidFill>
                <a:schemeClr val="tx2"/>
              </a:solidFill>
            </a:endParaRPr>
          </a:p>
        </p:txBody>
      </p:sp>
      <p:sp>
        <p:nvSpPr>
          <p:cNvPr id="6" name="Tekstiruutu 5">
            <a:extLst>
              <a:ext uri="{FF2B5EF4-FFF2-40B4-BE49-F238E27FC236}">
                <a16:creationId xmlns:a16="http://schemas.microsoft.com/office/drawing/2014/main" id="{A02C57C8-D935-D094-1B81-8D8937AF87E4}"/>
              </a:ext>
            </a:extLst>
          </p:cNvPr>
          <p:cNvSpPr txBox="1"/>
          <p:nvPr/>
        </p:nvSpPr>
        <p:spPr>
          <a:xfrm>
            <a:off x="0" y="2199183"/>
            <a:ext cx="4000500" cy="215444"/>
          </a:xfrm>
          <a:prstGeom prst="rect">
            <a:avLst/>
          </a:prstGeom>
          <a:noFill/>
        </p:spPr>
        <p:txBody>
          <a:bodyPr wrap="square" rtlCol="0">
            <a:spAutoFit/>
          </a:bodyPr>
          <a:lstStyle/>
          <a:p>
            <a:r>
              <a:rPr lang="en-US" sz="800" i="1" dirty="0">
                <a:solidFill>
                  <a:schemeClr val="tx2"/>
                </a:solidFill>
              </a:rPr>
              <a:t>Picture 1.</a:t>
            </a:r>
            <a:endParaRPr lang="en-FI" sz="800" i="1" dirty="0">
              <a:solidFill>
                <a:schemeClr val="tx2"/>
              </a:solidFill>
            </a:endParaRPr>
          </a:p>
        </p:txBody>
      </p:sp>
      <p:sp>
        <p:nvSpPr>
          <p:cNvPr id="7" name="Tekstiruutu 6">
            <a:extLst>
              <a:ext uri="{FF2B5EF4-FFF2-40B4-BE49-F238E27FC236}">
                <a16:creationId xmlns:a16="http://schemas.microsoft.com/office/drawing/2014/main" id="{9E8570E5-D9C5-7070-3E12-55F464BC9727}"/>
              </a:ext>
            </a:extLst>
          </p:cNvPr>
          <p:cNvSpPr txBox="1"/>
          <p:nvPr/>
        </p:nvSpPr>
        <p:spPr>
          <a:xfrm>
            <a:off x="0" y="4102611"/>
            <a:ext cx="4000500" cy="215444"/>
          </a:xfrm>
          <a:prstGeom prst="rect">
            <a:avLst/>
          </a:prstGeom>
          <a:noFill/>
        </p:spPr>
        <p:txBody>
          <a:bodyPr wrap="square" rtlCol="0">
            <a:spAutoFit/>
          </a:bodyPr>
          <a:lstStyle/>
          <a:p>
            <a:r>
              <a:rPr lang="en-US" sz="800" i="1" dirty="0">
                <a:solidFill>
                  <a:schemeClr val="tx2"/>
                </a:solidFill>
              </a:rPr>
              <a:t>Picture 2.</a:t>
            </a:r>
            <a:endParaRPr lang="en-FI" sz="800" i="1" dirty="0">
              <a:solidFill>
                <a:schemeClr val="tx2"/>
              </a:solidFill>
            </a:endParaRPr>
          </a:p>
        </p:txBody>
      </p:sp>
      <p:sp>
        <p:nvSpPr>
          <p:cNvPr id="3" name="Tekstiruutu 2">
            <a:extLst>
              <a:ext uri="{FF2B5EF4-FFF2-40B4-BE49-F238E27FC236}">
                <a16:creationId xmlns:a16="http://schemas.microsoft.com/office/drawing/2014/main" id="{6F60BE48-CFE5-31E0-6E3A-79A11158C69D}"/>
              </a:ext>
            </a:extLst>
          </p:cNvPr>
          <p:cNvSpPr txBox="1"/>
          <p:nvPr/>
        </p:nvSpPr>
        <p:spPr>
          <a:xfrm>
            <a:off x="0" y="6029799"/>
            <a:ext cx="4000500" cy="215444"/>
          </a:xfrm>
          <a:prstGeom prst="rect">
            <a:avLst/>
          </a:prstGeom>
          <a:noFill/>
        </p:spPr>
        <p:txBody>
          <a:bodyPr wrap="square" rtlCol="0">
            <a:spAutoFit/>
          </a:bodyPr>
          <a:lstStyle/>
          <a:p>
            <a:r>
              <a:rPr lang="en-US" sz="800" i="1" dirty="0">
                <a:solidFill>
                  <a:schemeClr val="tx2"/>
                </a:solidFill>
              </a:rPr>
              <a:t>Picture 3.</a:t>
            </a:r>
            <a:endParaRPr lang="en-FI" sz="800" i="1" dirty="0">
              <a:solidFill>
                <a:schemeClr val="tx2"/>
              </a:solidFill>
            </a:endParaRPr>
          </a:p>
        </p:txBody>
      </p:sp>
    </p:spTree>
    <p:extLst>
      <p:ext uri="{BB962C8B-B14F-4D97-AF65-F5344CB8AC3E}">
        <p14:creationId xmlns:p14="http://schemas.microsoft.com/office/powerpoint/2010/main" val="1142325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B7DB-92A2-A81B-8FB6-B97817DBAF66}"/>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AD429452-E158-51D1-CADF-9052220ACA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09978"/>
            <a:ext cx="5302250" cy="2157171"/>
          </a:xfrm>
          <a:prstGeom prst="rect">
            <a:avLst/>
          </a:prstGeom>
          <a:noFill/>
          <a:extLst>
            <a:ext uri="{909E8E84-426E-40DD-AFC4-6F175D3DCCD1}">
              <a14:hiddenFill xmlns:a14="http://schemas.microsoft.com/office/drawing/2010/main">
                <a:solidFill>
                  <a:srgbClr val="FFFFFF"/>
                </a:solidFill>
              </a14:hiddenFill>
            </a:ext>
          </a:extLst>
        </p:spPr>
      </p:pic>
      <p:sp>
        <p:nvSpPr>
          <p:cNvPr id="2" name="Sisällön paikkamerkki 1">
            <a:extLst>
              <a:ext uri="{FF2B5EF4-FFF2-40B4-BE49-F238E27FC236}">
                <a16:creationId xmlns:a16="http://schemas.microsoft.com/office/drawing/2014/main" id="{6C5CCBE9-2261-2B4C-C573-80F8D52D7B42}"/>
              </a:ext>
            </a:extLst>
          </p:cNvPr>
          <p:cNvSpPr>
            <a:spLocks noGrp="1"/>
          </p:cNvSpPr>
          <p:nvPr>
            <p:ph idx="1"/>
          </p:nvPr>
        </p:nvSpPr>
        <p:spPr>
          <a:xfrm>
            <a:off x="5796168" y="1266259"/>
            <a:ext cx="5780741" cy="4763540"/>
          </a:xfrm>
        </p:spPr>
        <p:txBody>
          <a:bodyPr/>
          <a:lstStyle/>
          <a:p>
            <a:pPr marL="342900" indent="-342900">
              <a:buFont typeface="Arial" panose="020B0604020202020204" pitchFamily="34" charset="0"/>
              <a:buChar char="•"/>
            </a:pPr>
            <a:r>
              <a:rPr lang="en-US" b="1" dirty="0"/>
              <a:t>Time to practice! Moodle CH3 Ex 3.</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1800" dirty="0"/>
              <a:t>Remove method. To help you with the task, an insert method will be also provided that works as an example.</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The remove should take into account the same cases as before, but also when the node to remove is in the middle. (Picture 1). When this happens, head and tail pointers are not touched, but, as before, the pointer of the previous node should be updated. So, in this case we need to locate the node to be deleted and the nodes before and after it.</a:t>
            </a:r>
          </a:p>
        </p:txBody>
      </p:sp>
      <p:sp>
        <p:nvSpPr>
          <p:cNvPr id="4" name="Tekstiruutu 3">
            <a:extLst>
              <a:ext uri="{FF2B5EF4-FFF2-40B4-BE49-F238E27FC236}">
                <a16:creationId xmlns:a16="http://schemas.microsoft.com/office/drawing/2014/main" id="{60EFD55B-3D1C-86B3-47CA-84D9A99B865A}"/>
              </a:ext>
            </a:extLst>
          </p:cNvPr>
          <p:cNvSpPr txBox="1"/>
          <p:nvPr/>
        </p:nvSpPr>
        <p:spPr>
          <a:xfrm>
            <a:off x="5796168" y="544790"/>
            <a:ext cx="5780741" cy="523220"/>
          </a:xfrm>
          <a:prstGeom prst="rect">
            <a:avLst/>
          </a:prstGeom>
          <a:noFill/>
        </p:spPr>
        <p:txBody>
          <a:bodyPr wrap="square" rtlCol="0">
            <a:spAutoFit/>
          </a:bodyPr>
          <a:lstStyle/>
          <a:p>
            <a:r>
              <a:rPr lang="en-US" sz="2800" b="1" dirty="0">
                <a:solidFill>
                  <a:schemeClr val="tx2"/>
                </a:solidFill>
              </a:rPr>
              <a:t>2.2. Singly Linked List with Tail</a:t>
            </a:r>
            <a:endParaRPr lang="en-FI" sz="2800" b="1" dirty="0">
              <a:solidFill>
                <a:schemeClr val="tx2"/>
              </a:solidFill>
            </a:endParaRPr>
          </a:p>
        </p:txBody>
      </p:sp>
      <p:sp>
        <p:nvSpPr>
          <p:cNvPr id="6" name="Tekstiruutu 5">
            <a:extLst>
              <a:ext uri="{FF2B5EF4-FFF2-40B4-BE49-F238E27FC236}">
                <a16:creationId xmlns:a16="http://schemas.microsoft.com/office/drawing/2014/main" id="{C24AC859-99C5-F039-7C03-8ED19CCBA22C}"/>
              </a:ext>
            </a:extLst>
          </p:cNvPr>
          <p:cNvSpPr txBox="1"/>
          <p:nvPr/>
        </p:nvSpPr>
        <p:spPr>
          <a:xfrm>
            <a:off x="0" y="3648029"/>
            <a:ext cx="4000500" cy="215444"/>
          </a:xfrm>
          <a:prstGeom prst="rect">
            <a:avLst/>
          </a:prstGeom>
          <a:noFill/>
        </p:spPr>
        <p:txBody>
          <a:bodyPr wrap="square" rtlCol="0">
            <a:spAutoFit/>
          </a:bodyPr>
          <a:lstStyle/>
          <a:p>
            <a:r>
              <a:rPr lang="en-US" sz="800" i="1" dirty="0">
                <a:solidFill>
                  <a:schemeClr val="tx2"/>
                </a:solidFill>
              </a:rPr>
              <a:t>Picture 1.</a:t>
            </a:r>
            <a:endParaRPr lang="en-FI" sz="800" i="1" dirty="0">
              <a:solidFill>
                <a:schemeClr val="tx2"/>
              </a:solidFill>
            </a:endParaRPr>
          </a:p>
        </p:txBody>
      </p:sp>
    </p:spTree>
    <p:extLst>
      <p:ext uri="{BB962C8B-B14F-4D97-AF65-F5344CB8AC3E}">
        <p14:creationId xmlns:p14="http://schemas.microsoft.com/office/powerpoint/2010/main" val="2327725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5F90F073-33B1-DC45-24F0-10F4444B7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710" y="582061"/>
            <a:ext cx="10866590" cy="4963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9981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FA792-D3FA-F018-85F4-E34F44300FAD}"/>
            </a:ext>
          </a:extLst>
        </p:cNvPr>
        <p:cNvGrpSpPr/>
        <p:nvPr/>
      </p:nvGrpSpPr>
      <p:grpSpPr>
        <a:xfrm>
          <a:off x="0" y="0"/>
          <a:ext cx="0" cy="0"/>
          <a:chOff x="0" y="0"/>
          <a:chExt cx="0" cy="0"/>
        </a:xfrm>
      </p:grpSpPr>
      <p:pic>
        <p:nvPicPr>
          <p:cNvPr id="5124" name="Picture 4">
            <a:extLst>
              <a:ext uri="{FF2B5EF4-FFF2-40B4-BE49-F238E27FC236}">
                <a16:creationId xmlns:a16="http://schemas.microsoft.com/office/drawing/2014/main" id="{76943E72-2A00-E51D-4B10-B330792EB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1735"/>
          <a:stretch>
            <a:fillRect/>
          </a:stretch>
        </p:blipFill>
        <p:spPr bwMode="auto">
          <a:xfrm>
            <a:off x="-28575" y="2610680"/>
            <a:ext cx="5226050" cy="177818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D76A8090-26E4-6F05-C3AF-A76E4DEDC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 y="631143"/>
            <a:ext cx="5283200" cy="1778180"/>
          </a:xfrm>
          <a:prstGeom prst="rect">
            <a:avLst/>
          </a:prstGeom>
          <a:noFill/>
          <a:extLst>
            <a:ext uri="{909E8E84-426E-40DD-AFC4-6F175D3DCCD1}">
              <a14:hiddenFill xmlns:a14="http://schemas.microsoft.com/office/drawing/2010/main">
                <a:solidFill>
                  <a:srgbClr val="FFFFFF"/>
                </a:solidFill>
              </a14:hiddenFill>
            </a:ext>
          </a:extLst>
        </p:spPr>
      </p:pic>
      <p:sp>
        <p:nvSpPr>
          <p:cNvPr id="2" name="Sisällön paikkamerkki 1">
            <a:extLst>
              <a:ext uri="{FF2B5EF4-FFF2-40B4-BE49-F238E27FC236}">
                <a16:creationId xmlns:a16="http://schemas.microsoft.com/office/drawing/2014/main" id="{7EE68EA8-AB9B-BE7F-CF90-1877D1E5CF05}"/>
              </a:ext>
            </a:extLst>
          </p:cNvPr>
          <p:cNvSpPr>
            <a:spLocks noGrp="1"/>
          </p:cNvSpPr>
          <p:nvPr>
            <p:ph idx="1"/>
          </p:nvPr>
        </p:nvSpPr>
        <p:spPr>
          <a:xfrm>
            <a:off x="5796168" y="1266259"/>
            <a:ext cx="5780741" cy="4763540"/>
          </a:xfrm>
        </p:spPr>
        <p:txBody>
          <a:bodyPr/>
          <a:lstStyle/>
          <a:p>
            <a:pPr marL="342900" indent="-342900">
              <a:buFont typeface="Arial" panose="020B0604020202020204" pitchFamily="34" charset="0"/>
              <a:buChar char="•"/>
            </a:pPr>
            <a:r>
              <a:rPr lang="en-US" sz="1800" dirty="0"/>
              <a:t>Every node can have, in addition to the pointer to the next node, a pointer to the previous element. This is what is called </a:t>
            </a:r>
            <a:r>
              <a:rPr lang="en-US" sz="1800" b="1" dirty="0"/>
              <a:t>Doubly linked list</a:t>
            </a:r>
          </a:p>
          <a:p>
            <a:pPr marL="342900" indent="-342900">
              <a:buFont typeface="Arial" panose="020B0604020202020204" pitchFamily="34" charset="0"/>
              <a:buChar char="•"/>
            </a:pPr>
            <a:endParaRPr lang="en-US" sz="1800" b="1" dirty="0"/>
          </a:p>
          <a:p>
            <a:pPr marL="342900" indent="-342900">
              <a:buFont typeface="Arial" panose="020B0604020202020204" pitchFamily="34" charset="0"/>
              <a:buChar char="•"/>
            </a:pPr>
            <a:r>
              <a:rPr lang="en-US" sz="1800" dirty="0"/>
              <a:t>From any node you can move forward or backwards! Very cool. (Picture 1.)</a:t>
            </a:r>
          </a:p>
          <a:p>
            <a:pPr marL="342900" indent="-342900">
              <a:buFont typeface="Arial" panose="020B0604020202020204" pitchFamily="34" charset="0"/>
              <a:buChar char="•"/>
            </a:pPr>
            <a:r>
              <a:rPr lang="en-US" sz="1800" dirty="0"/>
              <a:t>Append (picture 2.)</a:t>
            </a:r>
          </a:p>
          <a:p>
            <a:pPr marL="342900" indent="-342900">
              <a:buFont typeface="Arial" panose="020B0604020202020204" pitchFamily="34" charset="0"/>
              <a:buChar char="•"/>
            </a:pPr>
            <a:r>
              <a:rPr lang="en-US" sz="1800" dirty="0"/>
              <a:t>Pop (picture 3.)</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b="1" dirty="0"/>
              <a:t>Exercise time in Moodle again!</a:t>
            </a:r>
          </a:p>
          <a:p>
            <a:pPr marL="1085850" lvl="1" indent="-342900">
              <a:buFont typeface="Arial" panose="020B0604020202020204" pitchFamily="34" charset="0"/>
              <a:buChar char="•"/>
            </a:pPr>
            <a:r>
              <a:rPr lang="en-US" dirty="0"/>
              <a:t>Ex 4: Insert method</a:t>
            </a:r>
          </a:p>
          <a:p>
            <a:pPr marL="1085850" lvl="1" indent="-342900">
              <a:buFont typeface="Arial" panose="020B0604020202020204" pitchFamily="34" charset="0"/>
              <a:buChar char="•"/>
            </a:pPr>
            <a:r>
              <a:rPr lang="en-US" dirty="0"/>
              <a:t>Ex 5: Remove method</a:t>
            </a:r>
          </a:p>
        </p:txBody>
      </p:sp>
      <p:sp>
        <p:nvSpPr>
          <p:cNvPr id="4" name="Tekstiruutu 3">
            <a:extLst>
              <a:ext uri="{FF2B5EF4-FFF2-40B4-BE49-F238E27FC236}">
                <a16:creationId xmlns:a16="http://schemas.microsoft.com/office/drawing/2014/main" id="{99B02A66-FB48-DBB5-BE04-54D823A04CE1}"/>
              </a:ext>
            </a:extLst>
          </p:cNvPr>
          <p:cNvSpPr txBox="1"/>
          <p:nvPr/>
        </p:nvSpPr>
        <p:spPr>
          <a:xfrm>
            <a:off x="5796168" y="544790"/>
            <a:ext cx="5780741" cy="523220"/>
          </a:xfrm>
          <a:prstGeom prst="rect">
            <a:avLst/>
          </a:prstGeom>
          <a:noFill/>
        </p:spPr>
        <p:txBody>
          <a:bodyPr wrap="square" rtlCol="0">
            <a:spAutoFit/>
          </a:bodyPr>
          <a:lstStyle/>
          <a:p>
            <a:r>
              <a:rPr lang="en-US" sz="2800" b="1" dirty="0">
                <a:solidFill>
                  <a:schemeClr val="tx2"/>
                </a:solidFill>
              </a:rPr>
              <a:t>3. Doubly Linked Lists</a:t>
            </a:r>
            <a:endParaRPr lang="en-FI" sz="2800" b="1" dirty="0">
              <a:solidFill>
                <a:schemeClr val="tx2"/>
              </a:solidFill>
            </a:endParaRPr>
          </a:p>
        </p:txBody>
      </p:sp>
      <p:sp>
        <p:nvSpPr>
          <p:cNvPr id="6" name="Tekstiruutu 5">
            <a:extLst>
              <a:ext uri="{FF2B5EF4-FFF2-40B4-BE49-F238E27FC236}">
                <a16:creationId xmlns:a16="http://schemas.microsoft.com/office/drawing/2014/main" id="{AFDC812D-A3A3-F64C-6D37-31EDC8041F77}"/>
              </a:ext>
            </a:extLst>
          </p:cNvPr>
          <p:cNvSpPr txBox="1"/>
          <p:nvPr/>
        </p:nvSpPr>
        <p:spPr>
          <a:xfrm>
            <a:off x="0" y="2411377"/>
            <a:ext cx="4000500" cy="215444"/>
          </a:xfrm>
          <a:prstGeom prst="rect">
            <a:avLst/>
          </a:prstGeom>
          <a:noFill/>
        </p:spPr>
        <p:txBody>
          <a:bodyPr wrap="square" rtlCol="0">
            <a:spAutoFit/>
          </a:bodyPr>
          <a:lstStyle/>
          <a:p>
            <a:r>
              <a:rPr lang="en-US" sz="800" i="1" dirty="0">
                <a:solidFill>
                  <a:schemeClr val="tx2"/>
                </a:solidFill>
              </a:rPr>
              <a:t>Picture 1.</a:t>
            </a:r>
            <a:endParaRPr lang="en-FI" sz="800" i="1" dirty="0">
              <a:solidFill>
                <a:schemeClr val="tx2"/>
              </a:solidFill>
            </a:endParaRPr>
          </a:p>
        </p:txBody>
      </p:sp>
      <p:sp>
        <p:nvSpPr>
          <p:cNvPr id="3" name="Tekstiruutu 2">
            <a:extLst>
              <a:ext uri="{FF2B5EF4-FFF2-40B4-BE49-F238E27FC236}">
                <a16:creationId xmlns:a16="http://schemas.microsoft.com/office/drawing/2014/main" id="{528BAAAB-11F9-CFF2-3984-F7656BD4CF61}"/>
              </a:ext>
            </a:extLst>
          </p:cNvPr>
          <p:cNvSpPr txBox="1"/>
          <p:nvPr/>
        </p:nvSpPr>
        <p:spPr>
          <a:xfrm>
            <a:off x="0" y="4388860"/>
            <a:ext cx="4000500" cy="215444"/>
          </a:xfrm>
          <a:prstGeom prst="rect">
            <a:avLst/>
          </a:prstGeom>
          <a:noFill/>
        </p:spPr>
        <p:txBody>
          <a:bodyPr wrap="square" rtlCol="0">
            <a:spAutoFit/>
          </a:bodyPr>
          <a:lstStyle/>
          <a:p>
            <a:r>
              <a:rPr lang="en-US" sz="800" i="1" dirty="0">
                <a:solidFill>
                  <a:schemeClr val="tx2"/>
                </a:solidFill>
              </a:rPr>
              <a:t>Picture 2.</a:t>
            </a:r>
            <a:endParaRPr lang="en-FI" sz="800" i="1" dirty="0">
              <a:solidFill>
                <a:schemeClr val="tx2"/>
              </a:solidFill>
            </a:endParaRPr>
          </a:p>
        </p:txBody>
      </p:sp>
      <p:pic>
        <p:nvPicPr>
          <p:cNvPr id="5126" name="Picture 6">
            <a:extLst>
              <a:ext uri="{FF2B5EF4-FFF2-40B4-BE49-F238E27FC236}">
                <a16:creationId xmlns:a16="http://schemas.microsoft.com/office/drawing/2014/main" id="{5A977609-C25D-E2F9-2F48-0CA2A4467B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12" y="4705171"/>
            <a:ext cx="5554312" cy="1778179"/>
          </a:xfrm>
          <a:prstGeom prst="rect">
            <a:avLst/>
          </a:prstGeom>
          <a:noFill/>
          <a:extLst>
            <a:ext uri="{909E8E84-426E-40DD-AFC4-6F175D3DCCD1}">
              <a14:hiddenFill xmlns:a14="http://schemas.microsoft.com/office/drawing/2010/main">
                <a:solidFill>
                  <a:srgbClr val="FFFFFF"/>
                </a:solidFill>
              </a14:hiddenFill>
            </a:ext>
          </a:extLst>
        </p:spPr>
      </p:pic>
      <p:sp>
        <p:nvSpPr>
          <p:cNvPr id="5" name="Tekstiruutu 4">
            <a:extLst>
              <a:ext uri="{FF2B5EF4-FFF2-40B4-BE49-F238E27FC236}">
                <a16:creationId xmlns:a16="http://schemas.microsoft.com/office/drawing/2014/main" id="{6BD45337-DAFB-7AFE-2777-FCCC5CB8FB84}"/>
              </a:ext>
            </a:extLst>
          </p:cNvPr>
          <p:cNvSpPr txBox="1"/>
          <p:nvPr/>
        </p:nvSpPr>
        <p:spPr>
          <a:xfrm>
            <a:off x="0" y="6490254"/>
            <a:ext cx="4000500" cy="215444"/>
          </a:xfrm>
          <a:prstGeom prst="rect">
            <a:avLst/>
          </a:prstGeom>
          <a:noFill/>
        </p:spPr>
        <p:txBody>
          <a:bodyPr wrap="square" rtlCol="0">
            <a:spAutoFit/>
          </a:bodyPr>
          <a:lstStyle/>
          <a:p>
            <a:r>
              <a:rPr lang="en-US" sz="800" i="1" dirty="0">
                <a:solidFill>
                  <a:schemeClr val="tx2"/>
                </a:solidFill>
              </a:rPr>
              <a:t>Picture 3.</a:t>
            </a:r>
            <a:endParaRPr lang="en-FI" sz="800" i="1" dirty="0">
              <a:solidFill>
                <a:schemeClr val="tx2"/>
              </a:solidFill>
            </a:endParaRPr>
          </a:p>
        </p:txBody>
      </p:sp>
    </p:spTree>
    <p:extLst>
      <p:ext uri="{BB962C8B-B14F-4D97-AF65-F5344CB8AC3E}">
        <p14:creationId xmlns:p14="http://schemas.microsoft.com/office/powerpoint/2010/main" val="919387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F5BE2-1950-B7B8-E46A-350FF97D0429}"/>
            </a:ext>
          </a:extLst>
        </p:cNvPr>
        <p:cNvGrpSpPr/>
        <p:nvPr/>
      </p:nvGrpSpPr>
      <p:grpSpPr>
        <a:xfrm>
          <a:off x="0" y="0"/>
          <a:ext cx="0" cy="0"/>
          <a:chOff x="0" y="0"/>
          <a:chExt cx="0" cy="0"/>
        </a:xfrm>
      </p:grpSpPr>
      <p:pic>
        <p:nvPicPr>
          <p:cNvPr id="6148" name="Picture 4">
            <a:extLst>
              <a:ext uri="{FF2B5EF4-FFF2-40B4-BE49-F238E27FC236}">
                <a16:creationId xmlns:a16="http://schemas.microsoft.com/office/drawing/2014/main" id="{849A9B7E-9284-A7BE-74A0-5A1DA81EE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01" y="3568702"/>
            <a:ext cx="5428961" cy="2040708"/>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a:extLst>
              <a:ext uri="{FF2B5EF4-FFF2-40B4-BE49-F238E27FC236}">
                <a16:creationId xmlns:a16="http://schemas.microsoft.com/office/drawing/2014/main" id="{30630FE7-F339-51E0-65B5-11D6B830B2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753744"/>
            <a:ext cx="5200899" cy="2535555"/>
          </a:xfrm>
          <a:prstGeom prst="rect">
            <a:avLst/>
          </a:prstGeom>
          <a:noFill/>
          <a:extLst>
            <a:ext uri="{909E8E84-426E-40DD-AFC4-6F175D3DCCD1}">
              <a14:hiddenFill xmlns:a14="http://schemas.microsoft.com/office/drawing/2010/main">
                <a:solidFill>
                  <a:srgbClr val="FFFFFF"/>
                </a:solidFill>
              </a14:hiddenFill>
            </a:ext>
          </a:extLst>
        </p:spPr>
      </p:pic>
      <p:sp>
        <p:nvSpPr>
          <p:cNvPr id="2" name="Sisällön paikkamerkki 1">
            <a:extLst>
              <a:ext uri="{FF2B5EF4-FFF2-40B4-BE49-F238E27FC236}">
                <a16:creationId xmlns:a16="http://schemas.microsoft.com/office/drawing/2014/main" id="{01E28FA8-1D79-04FA-E46C-66A3E1B2538D}"/>
              </a:ext>
            </a:extLst>
          </p:cNvPr>
          <p:cNvSpPr>
            <a:spLocks noGrp="1"/>
          </p:cNvSpPr>
          <p:nvPr>
            <p:ph idx="1"/>
          </p:nvPr>
        </p:nvSpPr>
        <p:spPr>
          <a:xfrm>
            <a:off x="5796168" y="1266259"/>
            <a:ext cx="5780741" cy="4763540"/>
          </a:xfrm>
        </p:spPr>
        <p:txBody>
          <a:bodyPr/>
          <a:lstStyle/>
          <a:p>
            <a:pPr marL="342900" indent="-342900">
              <a:buFont typeface="Arial" panose="020B0604020202020204" pitchFamily="34" charset="0"/>
              <a:buChar char="•"/>
            </a:pPr>
            <a:r>
              <a:rPr lang="en-US" dirty="0"/>
              <a:t>Ex 4:</a:t>
            </a:r>
          </a:p>
          <a:p>
            <a:pPr marL="1085850" lvl="1" indent="-342900">
              <a:buFont typeface="Arial" panose="020B0604020202020204" pitchFamily="34" charset="0"/>
              <a:buChar char="•"/>
            </a:pPr>
            <a:r>
              <a:rPr lang="en-US" sz="1600" dirty="0"/>
              <a:t>Implement </a:t>
            </a:r>
            <a:r>
              <a:rPr lang="en-US" sz="1600" b="1" dirty="0">
                <a:solidFill>
                  <a:schemeClr val="accent1"/>
                </a:solidFill>
              </a:rPr>
              <a:t>the insert method</a:t>
            </a:r>
            <a:r>
              <a:rPr lang="en-US" sz="1600" dirty="0"/>
              <a:t>, which inserts a new element/node at a position given as a parameter. Locate the nodes that will be before and after the new node and update the necessary pointers. If the header pointer is affected, it should be updated. And the same happens with tail pointer. (Picture 1.)</a:t>
            </a:r>
          </a:p>
          <a:p>
            <a:pPr marL="342900" indent="-342900">
              <a:buFont typeface="Arial" panose="020B0604020202020204" pitchFamily="34" charset="0"/>
              <a:buChar char="•"/>
            </a:pPr>
            <a:r>
              <a:rPr lang="en-US" dirty="0"/>
              <a:t>Ex 5:</a:t>
            </a:r>
          </a:p>
          <a:p>
            <a:pPr marL="1085850" lvl="1" indent="-342900">
              <a:buFont typeface="Arial" panose="020B0604020202020204" pitchFamily="34" charset="0"/>
              <a:buChar char="•"/>
            </a:pPr>
            <a:r>
              <a:rPr lang="en-US" sz="1600" dirty="0"/>
              <a:t>Implement </a:t>
            </a:r>
            <a:r>
              <a:rPr lang="en-US" sz="1600" b="1" dirty="0">
                <a:solidFill>
                  <a:schemeClr val="accent1"/>
                </a:solidFill>
              </a:rPr>
              <a:t>the remove method</a:t>
            </a:r>
            <a:r>
              <a:rPr lang="en-US" sz="1600" dirty="0"/>
              <a:t>, which removes an element/node from the position given as a parameter. Same as before, the process is quite straight: Locate the nodes before and after the one to remove and update the necessary pointers. If the header pointer is affected, it should be updated. And the same happens with tail pointers. (Picture 2.)</a:t>
            </a:r>
          </a:p>
          <a:p>
            <a:pPr marL="1085850" lvl="1" indent="-342900">
              <a:buFont typeface="Arial" panose="020B0604020202020204" pitchFamily="34" charset="0"/>
              <a:buChar char="•"/>
            </a:pPr>
            <a:endParaRPr lang="en-US" dirty="0"/>
          </a:p>
        </p:txBody>
      </p:sp>
      <p:sp>
        <p:nvSpPr>
          <p:cNvPr id="4" name="Tekstiruutu 3">
            <a:extLst>
              <a:ext uri="{FF2B5EF4-FFF2-40B4-BE49-F238E27FC236}">
                <a16:creationId xmlns:a16="http://schemas.microsoft.com/office/drawing/2014/main" id="{A36B0CCE-41EF-8CC2-713A-E62799EB23B5}"/>
              </a:ext>
            </a:extLst>
          </p:cNvPr>
          <p:cNvSpPr txBox="1"/>
          <p:nvPr/>
        </p:nvSpPr>
        <p:spPr>
          <a:xfrm>
            <a:off x="5796168" y="544790"/>
            <a:ext cx="5780741" cy="523220"/>
          </a:xfrm>
          <a:prstGeom prst="rect">
            <a:avLst/>
          </a:prstGeom>
          <a:noFill/>
        </p:spPr>
        <p:txBody>
          <a:bodyPr wrap="square" rtlCol="0">
            <a:spAutoFit/>
          </a:bodyPr>
          <a:lstStyle/>
          <a:p>
            <a:r>
              <a:rPr lang="en-US" sz="2800" b="1" dirty="0">
                <a:solidFill>
                  <a:schemeClr val="tx2"/>
                </a:solidFill>
              </a:rPr>
              <a:t>3.1. Doubly Linked Lists pt. 2</a:t>
            </a:r>
            <a:endParaRPr lang="en-FI" sz="2800" b="1" dirty="0">
              <a:solidFill>
                <a:schemeClr val="tx2"/>
              </a:solidFill>
            </a:endParaRPr>
          </a:p>
        </p:txBody>
      </p:sp>
      <p:sp>
        <p:nvSpPr>
          <p:cNvPr id="6" name="Tekstiruutu 5">
            <a:extLst>
              <a:ext uri="{FF2B5EF4-FFF2-40B4-BE49-F238E27FC236}">
                <a16:creationId xmlns:a16="http://schemas.microsoft.com/office/drawing/2014/main" id="{F3699F81-3D79-1AE8-DEB7-6640470C7065}"/>
              </a:ext>
            </a:extLst>
          </p:cNvPr>
          <p:cNvSpPr txBox="1"/>
          <p:nvPr/>
        </p:nvSpPr>
        <p:spPr>
          <a:xfrm>
            <a:off x="-1" y="3073855"/>
            <a:ext cx="4000500" cy="215444"/>
          </a:xfrm>
          <a:prstGeom prst="rect">
            <a:avLst/>
          </a:prstGeom>
          <a:noFill/>
        </p:spPr>
        <p:txBody>
          <a:bodyPr wrap="square" rtlCol="0">
            <a:spAutoFit/>
          </a:bodyPr>
          <a:lstStyle/>
          <a:p>
            <a:r>
              <a:rPr lang="en-US" sz="800" i="1" dirty="0">
                <a:solidFill>
                  <a:schemeClr val="tx2"/>
                </a:solidFill>
              </a:rPr>
              <a:t>Picture 1.</a:t>
            </a:r>
            <a:endParaRPr lang="en-FI" sz="800" i="1" dirty="0">
              <a:solidFill>
                <a:schemeClr val="tx2"/>
              </a:solidFill>
            </a:endParaRPr>
          </a:p>
        </p:txBody>
      </p:sp>
      <p:sp>
        <p:nvSpPr>
          <p:cNvPr id="7" name="Tekstiruutu 6">
            <a:extLst>
              <a:ext uri="{FF2B5EF4-FFF2-40B4-BE49-F238E27FC236}">
                <a16:creationId xmlns:a16="http://schemas.microsoft.com/office/drawing/2014/main" id="{F8530FA3-6479-7228-2616-A0B95099D592}"/>
              </a:ext>
            </a:extLst>
          </p:cNvPr>
          <p:cNvSpPr txBox="1"/>
          <p:nvPr/>
        </p:nvSpPr>
        <p:spPr>
          <a:xfrm>
            <a:off x="-1" y="5381265"/>
            <a:ext cx="4000500" cy="215444"/>
          </a:xfrm>
          <a:prstGeom prst="rect">
            <a:avLst/>
          </a:prstGeom>
          <a:noFill/>
        </p:spPr>
        <p:txBody>
          <a:bodyPr wrap="square" rtlCol="0">
            <a:spAutoFit/>
          </a:bodyPr>
          <a:lstStyle/>
          <a:p>
            <a:r>
              <a:rPr lang="en-US" sz="800" i="1" dirty="0">
                <a:solidFill>
                  <a:schemeClr val="tx2"/>
                </a:solidFill>
              </a:rPr>
              <a:t>Picture 2.</a:t>
            </a:r>
            <a:endParaRPr lang="en-FI" sz="800" i="1" dirty="0">
              <a:solidFill>
                <a:schemeClr val="tx2"/>
              </a:solidFill>
            </a:endParaRPr>
          </a:p>
        </p:txBody>
      </p:sp>
    </p:spTree>
    <p:extLst>
      <p:ext uri="{BB962C8B-B14F-4D97-AF65-F5344CB8AC3E}">
        <p14:creationId xmlns:p14="http://schemas.microsoft.com/office/powerpoint/2010/main" val="2054773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0B309864-087F-F645-B7E9-AE5834D91C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979" y="634655"/>
            <a:ext cx="10092064" cy="4308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518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67BE1-3F73-F1E2-7B1F-5B8F6A51E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5C739-F032-021A-E0F0-DB957E5EC427}"/>
              </a:ext>
            </a:extLst>
          </p:cNvPr>
          <p:cNvSpPr>
            <a:spLocks noGrp="1"/>
          </p:cNvSpPr>
          <p:nvPr>
            <p:ph type="title"/>
          </p:nvPr>
        </p:nvSpPr>
        <p:spPr/>
        <p:txBody>
          <a:bodyPr/>
          <a:lstStyle/>
          <a:p>
            <a:r>
              <a:rPr lang="en-US" dirty="0"/>
              <a:t>See you next time!</a:t>
            </a:r>
            <a:endParaRPr lang="en-FI" dirty="0"/>
          </a:p>
        </p:txBody>
      </p:sp>
      <p:sp>
        <p:nvSpPr>
          <p:cNvPr id="3" name="Tekstiruutu 2">
            <a:extLst>
              <a:ext uri="{FF2B5EF4-FFF2-40B4-BE49-F238E27FC236}">
                <a16:creationId xmlns:a16="http://schemas.microsoft.com/office/drawing/2014/main" id="{938C3F7F-9A4F-B791-323C-AEEFCAB7F921}"/>
              </a:ext>
            </a:extLst>
          </p:cNvPr>
          <p:cNvSpPr txBox="1"/>
          <p:nvPr/>
        </p:nvSpPr>
        <p:spPr>
          <a:xfrm>
            <a:off x="8723249" y="5544836"/>
            <a:ext cx="3465576" cy="369332"/>
          </a:xfrm>
          <a:prstGeom prst="rect">
            <a:avLst/>
          </a:prstGeom>
          <a:noFill/>
        </p:spPr>
        <p:txBody>
          <a:bodyPr wrap="square" rtlCol="0">
            <a:spAutoFit/>
          </a:bodyPr>
          <a:lstStyle/>
          <a:p>
            <a:r>
              <a:rPr lang="en-US" dirty="0">
                <a:solidFill>
                  <a:schemeClr val="tx2"/>
                </a:solidFill>
              </a:rPr>
              <a:t>tino.kankkunen@metropolia.fi</a:t>
            </a:r>
            <a:endParaRPr lang="en-FI" dirty="0">
              <a:solidFill>
                <a:schemeClr val="tx2"/>
              </a:solidFill>
            </a:endParaRPr>
          </a:p>
        </p:txBody>
      </p:sp>
    </p:spTree>
    <p:extLst>
      <p:ext uri="{BB962C8B-B14F-4D97-AF65-F5344CB8AC3E}">
        <p14:creationId xmlns:p14="http://schemas.microsoft.com/office/powerpoint/2010/main" val="3555065843"/>
      </p:ext>
    </p:extLst>
  </p:cSld>
  <p:clrMapOvr>
    <a:masterClrMapping/>
  </p:clrMapOvr>
</p:sld>
</file>

<file path=ppt/theme/theme1.xml><?xml version="1.0" encoding="utf-8"?>
<a:theme xmlns:a="http://schemas.openxmlformats.org/drawingml/2006/main" name="Metropolia_webmaster">
  <a:themeElements>
    <a:clrScheme name="Metropolia_Webmaster">
      <a:dk1>
        <a:srgbClr val="FFFFFF"/>
      </a:dk1>
      <a:lt1>
        <a:srgbClr val="FFFFFF"/>
      </a:lt1>
      <a:dk2>
        <a:srgbClr val="53565A"/>
      </a:dk2>
      <a:lt2>
        <a:srgbClr val="53565A"/>
      </a:lt2>
      <a:accent1>
        <a:srgbClr val="FF5000"/>
      </a:accent1>
      <a:accent2>
        <a:srgbClr val="C2D500"/>
      </a:accent2>
      <a:accent3>
        <a:srgbClr val="00A0E1"/>
      </a:accent3>
      <a:accent4>
        <a:srgbClr val="E6007D"/>
      </a:accent4>
      <a:accent5>
        <a:srgbClr val="FFF000"/>
      </a:accent5>
      <a:accent6>
        <a:srgbClr val="FFFFFF"/>
      </a:accent6>
      <a:hlink>
        <a:srgbClr val="FF5000"/>
      </a:hlink>
      <a:folHlink>
        <a:srgbClr val="BC3A00"/>
      </a:folHlink>
    </a:clrScheme>
    <a:fontScheme name="Metropolia_webmast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0" id="{6C10D4A0-BE87-C045-BD2D-C32C846522EC}" vid="{968EBCE1-44A0-8648-ACBB-F37263CC06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Metropolia_webmaster</Template>
  <TotalTime>5165</TotalTime>
  <Words>649</Words>
  <Application>Microsoft Office PowerPoint</Application>
  <PresentationFormat>Custom</PresentationFormat>
  <Paragraphs>72</Paragraphs>
  <Slides>13</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Metropolia_webmaster</vt:lpstr>
      <vt:lpstr>CH3 Lists (of nodes)</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See you next time!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Sakari Malmberg</dc:creator>
  <cp:keywords/>
  <dc:description/>
  <cp:lastModifiedBy>Tino Kankkunen</cp:lastModifiedBy>
  <cp:revision>1556</cp:revision>
  <dcterms:created xsi:type="dcterms:W3CDTF">2024-05-03T06:20:06Z</dcterms:created>
  <dcterms:modified xsi:type="dcterms:W3CDTF">2026-01-20T10:47:30Z</dcterms:modified>
  <cp:category/>
</cp:coreProperties>
</file>